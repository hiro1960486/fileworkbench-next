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fwn270_work/fwn_color_work/fwn_preview_work/FileWorkbench_Next_2.5.0_RenameWizardUI_Complete/FileWorkbench_Next_2.5.0_RenameWizardUI_Complete/assets/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1143000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9659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2A45"/>
                </a:solidFill>
              </a:rPr>
              <a:t>FileWorkbench Next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2606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47FEA"/>
                </a:solidFill>
              </a:rPr>
              <a:t>Ver.2.7.0 Final 仕様書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32461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7718F"/>
                </a:solidFill>
              </a:rPr>
              <a:t>カラーUI・プレビュー前後移動・日本語右クリック操作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754880" y="5166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7718F"/>
                </a:solidFill>
              </a:rPr>
              <a:t>2026-10-07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7FEA"/>
          </a:solidFill>
          <a:ln w="12700">
            <a:solidFill>
              <a:srgbClr val="147F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製品概要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718F"/>
                </a:solidFill>
              </a:rPr>
              <a:t>FileWorkbench Next 2.7.0 Final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147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21615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7FEA"/>
                </a:solidFill>
              </a:rPr>
              <a:t>目的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7512" y="1609344"/>
            <a:ext cx="3328416" cy="3822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ファイル構成の確認と出力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左右比較と重複検出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安全な一括リネームとUndo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プレビューからのファイル整理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9392" y="1078992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18A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21615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A558"/>
                </a:solidFill>
              </a:rPr>
              <a:t>主要機能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43984" y="1609344"/>
            <a:ext cx="3328416" cy="3822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構成ツリー: TXT / CSV / Excel / HTML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SHA256台帳・重複検索・CSV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画像・テキスト・メディアプレビュー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コピー・移動・複製・ごみ箱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55864" y="1078992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0456" y="121615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</a:rPr>
              <a:t>対象環境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0456" y="1609344"/>
            <a:ext cx="3328416" cy="3822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Windows 11 / 64bit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Python 3.11 - 3.13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PySide6デスクトップアプリ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MIT License / 作者 hiro1960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7FEA"/>
          </a:solidFill>
          <a:ln w="12700">
            <a:solidFill>
              <a:srgbClr val="147F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UI構成とカラー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718F"/>
                </a:solidFill>
              </a:rPr>
              <a:t>FileWorkbench Next 2.7.0 Final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147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21615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7FEA"/>
                </a:solidFill>
              </a:rPr>
              <a:t>上部ステップ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7512" y="1609344"/>
            <a:ext cx="3328416" cy="3822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選んで: ブルー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設定して: グリーン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プレビュー: パープル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実行: オレンジ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元に戻す: ピンク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9392" y="1078992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21615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7A7"/>
                </a:solidFill>
              </a:rPr>
              <a:t>左メニュー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43984" y="1609344"/>
            <a:ext cx="3328416" cy="3822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機能別カラーアイコン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淡色背景で機能を識別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選択中は青背景・白文字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↗ボタンで別ウィンドウ表示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55864" y="1078992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0456" y="121615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</a:rPr>
              <a:t>コンパクト／切り離し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0456" y="1609344"/>
            <a:ext cx="3328416" cy="3822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サイドバー表示切替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コンパクト表示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主要画面の切り離しと復元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切り離し画面でもD&amp;Dを維持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7FEA"/>
          </a:solidFill>
          <a:ln w="12700">
            <a:solidFill>
              <a:srgbClr val="147F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アイコン運用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718F"/>
                </a:solidFill>
              </a:rPr>
              <a:t>FileWorkbench Next 2.7.0 Final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9050">
            <a:solidFill>
              <a:srgbClr val="147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32588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7FEA"/>
                </a:solidFill>
              </a:rPr>
              <a:t>assets/app.svg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0392" y="1719072"/>
            <a:ext cx="3099816" cy="3639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ヘッダー表示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高解像度UI用途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最新版デザインを基準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188720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9050">
            <a:solidFill>
              <a:srgbClr val="18A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32588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A558"/>
                </a:solidFill>
              </a:rPr>
              <a:t>assets/app.ico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53712" y="1719072"/>
            <a:ext cx="3099816" cy="3639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Windows EXE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タスクバー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ウィンドウ／切り離し画面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92440" y="1188720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325880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7C00"/>
                </a:solidFill>
              </a:rPr>
              <a:t>assets/app.png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57032" y="1719072"/>
            <a:ext cx="3099816" cy="3639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画像用途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仕様書・資料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3形式を同一デザインで統一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7FEA"/>
          </a:solidFill>
          <a:ln w="12700">
            <a:solidFill>
              <a:srgbClr val="147F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4. プレビュー機能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718F"/>
                </a:solidFill>
              </a:rPr>
              <a:t>FileWorkbench Next 2.7.0 Final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21615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</a:rPr>
              <a:t>前後移動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7512" y="1609344"/>
            <a:ext cx="3328416" cy="3822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「前へ」「次へ」ボタン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現在位置 / 全件数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左右矢印キー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操作後も一覧を更新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9392" y="1078992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21615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7A7"/>
                </a:solidFill>
              </a:rPr>
              <a:t>画像表示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43984" y="1609344"/>
            <a:ext cx="3328416" cy="3822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表示領域へ自動フィット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縦横比を維持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滑らかな拡大・縮小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ウィンドウ変更に追従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55864" y="1078992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147F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0456" y="121615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7FEA"/>
                </a:solidFill>
              </a:rPr>
              <a:t>対応内容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0456" y="1609344"/>
            <a:ext cx="3328416" cy="3822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画像・テキスト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動画・音楽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既定アプリ／編集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メディア再生・シーク・音量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7FEA"/>
          </a:solidFill>
          <a:ln w="12700">
            <a:solidFill>
              <a:srgbClr val="147F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5. プレビュー右クリック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718F"/>
                </a:solidFill>
              </a:rPr>
              <a:t>FileWorkbench Next 2.7.0 Final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147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21615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7FEA"/>
                </a:solidFill>
              </a:rPr>
              <a:t>移動と起動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7512" y="1609344"/>
            <a:ext cx="3328416" cy="3822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前のファイルへ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次のファイルへ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既定のアプリで開く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エクスプローラーで選択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9392" y="1078992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18A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21615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A558"/>
                </a:solidFill>
              </a:rPr>
              <a:t>ファイル整理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43984" y="1609344"/>
            <a:ext cx="3328416" cy="3822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指定先へコピー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指定先へ移動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同じフォルダーに複製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名前を変更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55864" y="1078992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0456" y="121615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7C00"/>
                </a:solidFill>
              </a:rPr>
              <a:t>情報と削除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0456" y="1609344"/>
            <a:ext cx="3328416" cy="3822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フルパスをコピー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SHA256をコピー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確認後にごみ箱へ移動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操作結果をログへ記録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7FEA"/>
          </a:solidFill>
          <a:ln w="12700">
            <a:solidFill>
              <a:srgbClr val="147F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6. 安全性・HASH・出力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718F"/>
                </a:solidFill>
              </a:rPr>
              <a:t>FileWorkbench Next 2.7.0 Final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83E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21615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3E73"/>
                </a:solidFill>
              </a:rPr>
              <a:t>リネーム安全性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7512" y="1609344"/>
            <a:ext cx="3328416" cy="3822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禁止文字・予約名検査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予定名と既存名の衝突防止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上書きしない変更方式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再起動後もUndo履歴を保持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9392" y="1078992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3949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21615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949AB"/>
                </a:solidFill>
              </a:rPr>
              <a:t>HASH台帳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43984" y="1609344"/>
            <a:ext cx="3328416" cy="3822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SHA256をバックグラウンド計算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全件／重複／失敗・未処理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進捗・速度・残り時間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スキャン時点のCSVを出力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55864" y="1078992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009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0456" y="121615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7A7"/>
                </a:solidFill>
              </a:rPr>
              <a:t>ツリー出力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0456" y="1609344"/>
            <a:ext cx="3328416" cy="3822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TXT / CSV / Excel / HTML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保存先・ファイル名指定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折り畳みHTMLと元データリンク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一時ファイル経由で安全保存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47FEA"/>
          </a:solidFill>
          <a:ln w="12700">
            <a:solidFill>
              <a:srgbClr val="147F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7. 配布・受入・制限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718F"/>
                </a:solidFill>
              </a:rPr>
              <a:t>FileWorkbench Next 2.7.0 Final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147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21615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7FEA"/>
                </a:solidFill>
              </a:rPr>
              <a:t>配布物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7512" y="1609344"/>
            <a:ext cx="3328416" cy="3822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完全ソース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start_app.bat / build_release.bat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PPTX / PDF仕様書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受入確認・変更履歴・ライセンス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79392" y="1078992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18A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21615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A558"/>
                </a:solidFill>
              </a:rPr>
              <a:t>受入確認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43984" y="1609344"/>
            <a:ext cx="3328416" cy="3822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Windows実機で起動とEXEを確認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D&amp;D・ごみ箱・メディアを確認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カラーUIとアイコン3形式を確認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プレビュー右クリック操作を確認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55864" y="1078992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0456" y="121615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7C00"/>
                </a:solidFill>
              </a:rPr>
              <a:t>制限と次期候補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0456" y="1609344"/>
            <a:ext cx="3328416" cy="3822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外部変更・電源断の完全保証なし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コピー／移動／削除はアプリUndoなし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次期: ホイールズーム／サムネイル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52A45"/>
                </a:solidFill>
              </a:rPr>
              <a:t>次期: EXIF／画像比較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FileWorkbench Next Ver.2.7.0 Final</dc:title>
  <dc:subject>FileWorkbench Next Ver.2.7.0 Final 仕様書</dc:subject>
  <dc:creator>hiro1960</dc:creator>
  <cp:lastModifiedBy>hiro1960</cp:lastModifiedBy>
  <cp:revision>1</cp:revision>
  <dcterms:created xsi:type="dcterms:W3CDTF">2026-10-07T04:55:17Z</dcterms:created>
  <dcterms:modified xsi:type="dcterms:W3CDTF">2026-10-07T04:55:17Z</dcterms:modified>
</cp:coreProperties>
</file>