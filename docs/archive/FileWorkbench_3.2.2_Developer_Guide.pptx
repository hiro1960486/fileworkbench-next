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4aa1b76b4548df" /><Relationship Type="http://schemas.openxmlformats.org/officeDocument/2006/relationships/extended-properties" Target="/docProps/app.xml" Id="R2ec7b9ec08934b31" /><Relationship Type="http://schemas.openxmlformats.org/officeDocument/2006/relationships/officeDocument" Target="/ppt/presentation.xml" Id="Recf261a5c4a849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d71f18b802463e"/>
  </p:sldMasterIdLst>
  <p:notesMasterIdLst>
    <p:notesMasterId xmlns:r="http://schemas.openxmlformats.org/officeDocument/2006/relationships" r:id="Rd1ece42683bf4a9c"/>
  </p:notesMasterIdLst>
  <p:sldIdLst>
    <p:sldId xmlns:r="http://schemas.openxmlformats.org/officeDocument/2006/relationships" id="256" r:id="R89adb84d951b4f5a"/>
    <p:sldId xmlns:r="http://schemas.openxmlformats.org/officeDocument/2006/relationships" id="257" r:id="R1716f4f31f37472b"/>
    <p:sldId xmlns:r="http://schemas.openxmlformats.org/officeDocument/2006/relationships" id="258" r:id="R526f3854d638469b"/>
    <p:sldId xmlns:r="http://schemas.openxmlformats.org/officeDocument/2006/relationships" id="259" r:id="R34e08b3cd8054a21"/>
    <p:sldId xmlns:r="http://schemas.openxmlformats.org/officeDocument/2006/relationships" id="260" r:id="R8c9096d30eba41ed"/>
    <p:sldId xmlns:r="http://schemas.openxmlformats.org/officeDocument/2006/relationships" id="261" r:id="Rfaed91debd2d4248"/>
    <p:sldId xmlns:r="http://schemas.openxmlformats.org/officeDocument/2006/relationships" id="262" r:id="R13db30614aba4b40"/>
    <p:sldId xmlns:r="http://schemas.openxmlformats.org/officeDocument/2006/relationships" id="263" r:id="R347620b4e1624562"/>
    <p:sldId xmlns:r="http://schemas.openxmlformats.org/officeDocument/2006/relationships" id="264" r:id="Rd6177c9d360c4f9b"/>
    <p:sldId xmlns:r="http://schemas.openxmlformats.org/officeDocument/2006/relationships" id="265" r:id="R658caf99265c42ea"/>
    <p:sldId xmlns:r="http://schemas.openxmlformats.org/officeDocument/2006/relationships" id="266" r:id="Rd720c528ecc34bbc"/>
    <p:sldId xmlns:r="http://schemas.openxmlformats.org/officeDocument/2006/relationships" id="267" r:id="R4a751d58cfac40ef"/>
    <p:sldId xmlns:r="http://schemas.openxmlformats.org/officeDocument/2006/relationships" id="268" r:id="R9781e48d6baa4d22"/>
    <p:sldId xmlns:r="http://schemas.openxmlformats.org/officeDocument/2006/relationships" id="269" r:id="R9c41b5e479524f07"/>
    <p:sldId xmlns:r="http://schemas.openxmlformats.org/officeDocument/2006/relationships" id="270" r:id="R1409a3e91292424e"/>
    <p:sldId xmlns:r="http://schemas.openxmlformats.org/officeDocument/2006/relationships" id="271" r:id="R6253c35ba9b04f28"/>
    <p:sldId xmlns:r="http://schemas.openxmlformats.org/officeDocument/2006/relationships" id="272" r:id="Rb6bacd7847724d7a"/>
    <p:sldId xmlns:r="http://schemas.openxmlformats.org/officeDocument/2006/relationships" id="273" r:id="Rfdb3e3cc2d7844ea"/>
    <p:sldId xmlns:r="http://schemas.openxmlformats.org/officeDocument/2006/relationships" id="274" r:id="R5e6789d8e58f493b"/>
    <p:sldId xmlns:r="http://schemas.openxmlformats.org/officeDocument/2006/relationships" id="275" r:id="R1f8440aea0574ad1"/>
    <p:sldId xmlns:r="http://schemas.openxmlformats.org/officeDocument/2006/relationships" id="276" r:id="Rdcce6c42025b4d74"/>
    <p:sldId xmlns:r="http://schemas.openxmlformats.org/officeDocument/2006/relationships" id="277" r:id="R77d7daa1ef284a89"/>
    <p:sldId xmlns:r="http://schemas.openxmlformats.org/officeDocument/2006/relationships" id="278" r:id="Rb6a57f0267c74ddf"/>
    <p:sldId xmlns:r="http://schemas.openxmlformats.org/officeDocument/2006/relationships" id="279" r:id="R4a737d1e122b4f8a"/>
    <p:sldId xmlns:r="http://schemas.openxmlformats.org/officeDocument/2006/relationships" id="280" r:id="R3c5537dbda714683"/>
    <p:sldId xmlns:r="http://schemas.openxmlformats.org/officeDocument/2006/relationships" id="281" r:id="R610bd3592f494c68"/>
    <p:sldId xmlns:r="http://schemas.openxmlformats.org/officeDocument/2006/relationships" id="282" r:id="Re8d976436d724822"/>
    <p:sldId xmlns:r="http://schemas.openxmlformats.org/officeDocument/2006/relationships" id="283" r:id="R88ee4f231dea42cd"/>
    <p:sldId xmlns:r="http://schemas.openxmlformats.org/officeDocument/2006/relationships" id="284" r:id="R56d62ec4dc074d8d"/>
    <p:sldId xmlns:r="http://schemas.openxmlformats.org/officeDocument/2006/relationships" id="285" r:id="R1eb45b0c31de43f5"/>
    <p:sldId xmlns:r="http://schemas.openxmlformats.org/officeDocument/2006/relationships" id="286" r:id="Rc6c00d29b55a496c"/>
    <p:sldId xmlns:r="http://schemas.openxmlformats.org/officeDocument/2006/relationships" id="287" r:id="R9fca98ed95b1415a"/>
    <p:sldId xmlns:r="http://schemas.openxmlformats.org/officeDocument/2006/relationships" id="288" r:id="Rcec7862637274b1e"/>
    <p:sldId xmlns:r="http://schemas.openxmlformats.org/officeDocument/2006/relationships" id="289" r:id="R7d125a87881b42ad"/>
    <p:sldId xmlns:r="http://schemas.openxmlformats.org/officeDocument/2006/relationships" id="290" r:id="R38fb87e321fb4d62"/>
    <p:sldId xmlns:r="http://schemas.openxmlformats.org/officeDocument/2006/relationships" id="291" r:id="R9554018358b4465b"/>
    <p:sldId xmlns:r="http://schemas.openxmlformats.org/officeDocument/2006/relationships" id="292" r:id="Reb1cab8fdd2c4fb5"/>
    <p:sldId xmlns:r="http://schemas.openxmlformats.org/officeDocument/2006/relationships" id="293" r:id="R50e8f40966734a32"/>
    <p:sldId xmlns:r="http://schemas.openxmlformats.org/officeDocument/2006/relationships" id="294" r:id="R7780cb734d4248d1"/>
    <p:sldId xmlns:r="http://schemas.openxmlformats.org/officeDocument/2006/relationships" id="295" r:id="Ra51b7eab41134a0a"/>
    <p:sldId xmlns:r="http://schemas.openxmlformats.org/officeDocument/2006/relationships" id="296" r:id="R14d19605645a46a6"/>
    <p:sldId xmlns:r="http://schemas.openxmlformats.org/officeDocument/2006/relationships" id="297" r:id="R08b5704a65d34d7c"/>
    <p:sldId xmlns:r="http://schemas.openxmlformats.org/officeDocument/2006/relationships" id="298" r:id="R1750d2b262c04b7d"/>
    <p:sldId xmlns:r="http://schemas.openxmlformats.org/officeDocument/2006/relationships" id="299" r:id="R757296dcf19c4164"/>
    <p:sldId xmlns:r="http://schemas.openxmlformats.org/officeDocument/2006/relationships" id="300" r:id="R382426e6f9364494"/>
    <p:sldId xmlns:r="http://schemas.openxmlformats.org/officeDocument/2006/relationships" id="301" r:id="R52879062d58747e0"/>
    <p:sldId xmlns:r="http://schemas.openxmlformats.org/officeDocument/2006/relationships" id="302" r:id="Reedabb74843c4dd7"/>
    <p:sldId xmlns:r="http://schemas.openxmlformats.org/officeDocument/2006/relationships" id="303" r:id="R2ea36803f2d84a03"/>
    <p:sldId xmlns:r="http://schemas.openxmlformats.org/officeDocument/2006/relationships" id="304" r:id="R6eed9be5102a4493"/>
    <p:sldId xmlns:r="http://schemas.openxmlformats.org/officeDocument/2006/relationships" id="305" r:id="Rb7947c8c7f464aa4"/>
    <p:sldId xmlns:r="http://schemas.openxmlformats.org/officeDocument/2006/relationships" id="306" r:id="R15c3666f637f4f0d"/>
    <p:sldId xmlns:r="http://schemas.openxmlformats.org/officeDocument/2006/relationships" id="307" r:id="R56b4fbfac09a4075"/>
    <p:sldId xmlns:r="http://schemas.openxmlformats.org/officeDocument/2006/relationships" id="308" r:id="Ra5047c8f83654bb3"/>
    <p:sldId xmlns:r="http://schemas.openxmlformats.org/officeDocument/2006/relationships" id="309" r:id="R55541b827d874dd3"/>
    <p:sldId xmlns:r="http://schemas.openxmlformats.org/officeDocument/2006/relationships" id="310" r:id="R2ac75bec76984939"/>
    <p:sldId xmlns:r="http://schemas.openxmlformats.org/officeDocument/2006/relationships" id="311" r:id="Rc582eb09cc014b9e"/>
    <p:sldId xmlns:r="http://schemas.openxmlformats.org/officeDocument/2006/relationships" id="312" r:id="Rea9ab4abd61c4cd7"/>
    <p:sldId xmlns:r="http://schemas.openxmlformats.org/officeDocument/2006/relationships" id="313" r:id="R06598a4b079e4b57"/>
    <p:sldId xmlns:r="http://schemas.openxmlformats.org/officeDocument/2006/relationships" id="314" r:id="Rf5a6a9246ea54c69"/>
    <p:sldId xmlns:r="http://schemas.openxmlformats.org/officeDocument/2006/relationships" id="315" r:id="R781e49b0eef74659"/>
    <p:sldId xmlns:r="http://schemas.openxmlformats.org/officeDocument/2006/relationships" id="316" r:id="R02e325aee6fd4a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4dd42c9bcf4d98" /><Relationship Type="http://schemas.openxmlformats.org/officeDocument/2006/relationships/slideMaster" Target="/ppt/slideMasters/slideMaster1.xml" Id="R62d71f18b802463e" /><Relationship Type="http://schemas.openxmlformats.org/officeDocument/2006/relationships/notesMaster" Target="/ppt/notesMasters/notesMaster1.xml" Id="Rd1ece42683bf4a9c" /><Relationship Type="http://schemas.openxmlformats.org/officeDocument/2006/relationships/presProps" Target="/ppt/presProps.xml" Id="R85a16feca1b24f40" /><Relationship Type="http://schemas.openxmlformats.org/officeDocument/2006/relationships/tableStyles" Target="/ppt/tableStyles.xml" Id="Ra023b959407740fd" /><Relationship Type="http://schemas.openxmlformats.org/officeDocument/2006/relationships/slide" Target="/ppt/slides/slide1.xml" Id="R89adb84d951b4f5a" /><Relationship Type="http://schemas.openxmlformats.org/officeDocument/2006/relationships/slide" Target="/ppt/slides/slide2.xml" Id="R1716f4f31f37472b" /><Relationship Type="http://schemas.openxmlformats.org/officeDocument/2006/relationships/slide" Target="/ppt/slides/slide3.xml" Id="R526f3854d638469b" /><Relationship Type="http://schemas.openxmlformats.org/officeDocument/2006/relationships/slide" Target="/ppt/slides/slide4.xml" Id="R34e08b3cd8054a21" /><Relationship Type="http://schemas.openxmlformats.org/officeDocument/2006/relationships/slide" Target="/ppt/slides/slide5.xml" Id="R8c9096d30eba41ed" /><Relationship Type="http://schemas.openxmlformats.org/officeDocument/2006/relationships/slide" Target="/ppt/slides/slide6.xml" Id="Rfaed91debd2d4248" /><Relationship Type="http://schemas.openxmlformats.org/officeDocument/2006/relationships/slide" Target="/ppt/slides/slide7.xml" Id="R13db30614aba4b40" /><Relationship Type="http://schemas.openxmlformats.org/officeDocument/2006/relationships/slide" Target="/ppt/slides/slide8.xml" Id="R347620b4e1624562" /><Relationship Type="http://schemas.openxmlformats.org/officeDocument/2006/relationships/slide" Target="/ppt/slides/slide9.xml" Id="Rd6177c9d360c4f9b" /><Relationship Type="http://schemas.openxmlformats.org/officeDocument/2006/relationships/slide" Target="/ppt/slides/slide10.xml" Id="R658caf99265c42ea" /><Relationship Type="http://schemas.openxmlformats.org/officeDocument/2006/relationships/slide" Target="/ppt/slides/slide11.xml" Id="Rd720c528ecc34bbc" /><Relationship Type="http://schemas.openxmlformats.org/officeDocument/2006/relationships/slide" Target="/ppt/slides/slide12.xml" Id="R4a751d58cfac40ef" /><Relationship Type="http://schemas.openxmlformats.org/officeDocument/2006/relationships/slide" Target="/ppt/slides/slide13.xml" Id="R9781e48d6baa4d22" /><Relationship Type="http://schemas.openxmlformats.org/officeDocument/2006/relationships/slide" Target="/ppt/slides/slide14.xml" Id="R9c41b5e479524f07" /><Relationship Type="http://schemas.openxmlformats.org/officeDocument/2006/relationships/slide" Target="/ppt/slides/slide15.xml" Id="R1409a3e91292424e" /><Relationship Type="http://schemas.openxmlformats.org/officeDocument/2006/relationships/slide" Target="/ppt/slides/slide16.xml" Id="R6253c35ba9b04f28" /><Relationship Type="http://schemas.openxmlformats.org/officeDocument/2006/relationships/slide" Target="/ppt/slides/slide17.xml" Id="Rb6bacd7847724d7a" /><Relationship Type="http://schemas.openxmlformats.org/officeDocument/2006/relationships/slide" Target="/ppt/slides/slide18.xml" Id="Rfdb3e3cc2d7844ea" /><Relationship Type="http://schemas.openxmlformats.org/officeDocument/2006/relationships/slide" Target="/ppt/slides/slide19.xml" Id="R5e6789d8e58f493b" /><Relationship Type="http://schemas.openxmlformats.org/officeDocument/2006/relationships/slide" Target="/ppt/slides/slide20.xml" Id="R1f8440aea0574ad1" /><Relationship Type="http://schemas.openxmlformats.org/officeDocument/2006/relationships/slide" Target="/ppt/slides/slide21.xml" Id="Rdcce6c42025b4d74" /><Relationship Type="http://schemas.openxmlformats.org/officeDocument/2006/relationships/slide" Target="/ppt/slides/slide22.xml" Id="R77d7daa1ef284a89" /><Relationship Type="http://schemas.openxmlformats.org/officeDocument/2006/relationships/slide" Target="/ppt/slides/slide23.xml" Id="Rb6a57f0267c74ddf" /><Relationship Type="http://schemas.openxmlformats.org/officeDocument/2006/relationships/slide" Target="/ppt/slides/slide24.xml" Id="R4a737d1e122b4f8a" /><Relationship Type="http://schemas.openxmlformats.org/officeDocument/2006/relationships/slide" Target="/ppt/slides/slide25.xml" Id="R3c5537dbda714683" /><Relationship Type="http://schemas.openxmlformats.org/officeDocument/2006/relationships/slide" Target="/ppt/slides/slide26.xml" Id="R610bd3592f494c68" /><Relationship Type="http://schemas.openxmlformats.org/officeDocument/2006/relationships/slide" Target="/ppt/slides/slide27.xml" Id="Re8d976436d724822" /><Relationship Type="http://schemas.openxmlformats.org/officeDocument/2006/relationships/slide" Target="/ppt/slides/slide28.xml" Id="R88ee4f231dea42cd" /><Relationship Type="http://schemas.openxmlformats.org/officeDocument/2006/relationships/slide" Target="/ppt/slides/slide29.xml" Id="R56d62ec4dc074d8d" /><Relationship Type="http://schemas.openxmlformats.org/officeDocument/2006/relationships/slide" Target="/ppt/slides/slide30.xml" Id="R1eb45b0c31de43f5" /><Relationship Type="http://schemas.openxmlformats.org/officeDocument/2006/relationships/slide" Target="/ppt/slides/slide31.xml" Id="Rc6c00d29b55a496c" /><Relationship Type="http://schemas.openxmlformats.org/officeDocument/2006/relationships/slide" Target="/ppt/slides/slide32.xml" Id="R9fca98ed95b1415a" /><Relationship Type="http://schemas.openxmlformats.org/officeDocument/2006/relationships/slide" Target="/ppt/slides/slide33.xml" Id="Rcec7862637274b1e" /><Relationship Type="http://schemas.openxmlformats.org/officeDocument/2006/relationships/slide" Target="/ppt/slides/slide34.xml" Id="R7d125a87881b42ad" /><Relationship Type="http://schemas.openxmlformats.org/officeDocument/2006/relationships/slide" Target="/ppt/slides/slide35.xml" Id="R38fb87e321fb4d62" /><Relationship Type="http://schemas.openxmlformats.org/officeDocument/2006/relationships/slide" Target="/ppt/slides/slide36.xml" Id="R9554018358b4465b" /><Relationship Type="http://schemas.openxmlformats.org/officeDocument/2006/relationships/slide" Target="/ppt/slides/slide37.xml" Id="Reb1cab8fdd2c4fb5" /><Relationship Type="http://schemas.openxmlformats.org/officeDocument/2006/relationships/slide" Target="/ppt/slides/slide38.xml" Id="R50e8f40966734a32" /><Relationship Type="http://schemas.openxmlformats.org/officeDocument/2006/relationships/slide" Target="/ppt/slides/slide39.xml" Id="R7780cb734d4248d1" /><Relationship Type="http://schemas.openxmlformats.org/officeDocument/2006/relationships/slide" Target="/ppt/slides/slide40.xml" Id="Ra51b7eab41134a0a" /><Relationship Type="http://schemas.openxmlformats.org/officeDocument/2006/relationships/slide" Target="/ppt/slides/slide41.xml" Id="R14d19605645a46a6" /><Relationship Type="http://schemas.openxmlformats.org/officeDocument/2006/relationships/slide" Target="/ppt/slides/slide42.xml" Id="R08b5704a65d34d7c" /><Relationship Type="http://schemas.openxmlformats.org/officeDocument/2006/relationships/slide" Target="/ppt/slides/slide43.xml" Id="R1750d2b262c04b7d" /><Relationship Type="http://schemas.openxmlformats.org/officeDocument/2006/relationships/slide" Target="/ppt/slides/slide44.xml" Id="R757296dcf19c4164" /><Relationship Type="http://schemas.openxmlformats.org/officeDocument/2006/relationships/slide" Target="/ppt/slides/slide45.xml" Id="R382426e6f9364494" /><Relationship Type="http://schemas.openxmlformats.org/officeDocument/2006/relationships/slide" Target="/ppt/slides/slide46.xml" Id="R52879062d58747e0" /><Relationship Type="http://schemas.openxmlformats.org/officeDocument/2006/relationships/slide" Target="/ppt/slides/slide47.xml" Id="Reedabb74843c4dd7" /><Relationship Type="http://schemas.openxmlformats.org/officeDocument/2006/relationships/slide" Target="/ppt/slides/slide48.xml" Id="R2ea36803f2d84a03" /><Relationship Type="http://schemas.openxmlformats.org/officeDocument/2006/relationships/slide" Target="/ppt/slides/slide49.xml" Id="R6eed9be5102a4493" /><Relationship Type="http://schemas.openxmlformats.org/officeDocument/2006/relationships/slide" Target="/ppt/slides/slide50.xml" Id="Rb7947c8c7f464aa4" /><Relationship Type="http://schemas.openxmlformats.org/officeDocument/2006/relationships/slide" Target="/ppt/slides/slide51.xml" Id="R15c3666f637f4f0d" /><Relationship Type="http://schemas.openxmlformats.org/officeDocument/2006/relationships/slide" Target="/ppt/slides/slide52.xml" Id="R56b4fbfac09a4075" /><Relationship Type="http://schemas.openxmlformats.org/officeDocument/2006/relationships/slide" Target="/ppt/slides/slide53.xml" Id="Ra5047c8f83654bb3" /><Relationship Type="http://schemas.openxmlformats.org/officeDocument/2006/relationships/slide" Target="/ppt/slides/slide54.xml" Id="R55541b827d874dd3" /><Relationship Type="http://schemas.openxmlformats.org/officeDocument/2006/relationships/slide" Target="/ppt/slides/slide55.xml" Id="R2ac75bec76984939" /><Relationship Type="http://schemas.openxmlformats.org/officeDocument/2006/relationships/slide" Target="/ppt/slides/slide56.xml" Id="Rc582eb09cc014b9e" /><Relationship Type="http://schemas.openxmlformats.org/officeDocument/2006/relationships/slide" Target="/ppt/slides/slide57.xml" Id="Rea9ab4abd61c4cd7" /><Relationship Type="http://schemas.openxmlformats.org/officeDocument/2006/relationships/slide" Target="/ppt/slides/slide58.xml" Id="R06598a4b079e4b57" /><Relationship Type="http://schemas.openxmlformats.org/officeDocument/2006/relationships/slide" Target="/ppt/slides/slide59.xml" Id="Rf5a6a9246ea54c69" /><Relationship Type="http://schemas.openxmlformats.org/officeDocument/2006/relationships/slide" Target="/ppt/slides/slide60.xml" Id="R781e49b0eef74659" /><Relationship Type="http://schemas.openxmlformats.org/officeDocument/2006/relationships/slide" Target="/ppt/slides/slide61.xml" Id="R02e325aee6fd4a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9ff45f4d1249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29375af0294fbc" /><Relationship Type="http://schemas.openxmlformats.org/officeDocument/2006/relationships/notesMaster" Target="/ppt/notesMasters/notesMaster1.xml" Id="Re19190a8e09243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e4452b961e4def" /><Relationship Type="http://schemas.openxmlformats.org/officeDocument/2006/relationships/notesMaster" Target="/ppt/notesMasters/notesMaster1.xml" Id="Rac7d6c733c754b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bfadb8ff4435f" /><Relationship Type="http://schemas.openxmlformats.org/officeDocument/2006/relationships/notesMaster" Target="/ppt/notesMasters/notesMaster1.xml" Id="R43d13c1f3a6a45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dacee7af1c41c1" /><Relationship Type="http://schemas.openxmlformats.org/officeDocument/2006/relationships/notesMaster" Target="/ppt/notesMasters/notesMaster1.xml" Id="Raa191091ab8d4b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505f7c7eb844b5" /><Relationship Type="http://schemas.openxmlformats.org/officeDocument/2006/relationships/notesMaster" Target="/ppt/notesMasters/notesMaster1.xml" Id="R4b404ef1ff81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451b35ad484115" /><Relationship Type="http://schemas.openxmlformats.org/officeDocument/2006/relationships/notesMaster" Target="/ppt/notesMasters/notesMaster1.xml" Id="R425758ce1ef24c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fc602c25274315" /><Relationship Type="http://schemas.openxmlformats.org/officeDocument/2006/relationships/notesMaster" Target="/ppt/notesMasters/notesMaster1.xml" Id="R2a6993293d7c4e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68bdc0f91340ef" /><Relationship Type="http://schemas.openxmlformats.org/officeDocument/2006/relationships/notesMaster" Target="/ppt/notesMasters/notesMaster1.xml" Id="R2712b98741ed4b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f7a2a478f94083" /><Relationship Type="http://schemas.openxmlformats.org/officeDocument/2006/relationships/notesMaster" Target="/ppt/notesMasters/notesMaster1.xml" Id="R8dde92bf6ddb46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f8d607db104dc7" /><Relationship Type="http://schemas.openxmlformats.org/officeDocument/2006/relationships/notesMaster" Target="/ppt/notesMasters/notesMaster1.xml" Id="Ref4709a20a2d4e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e0da37936a427a" /><Relationship Type="http://schemas.openxmlformats.org/officeDocument/2006/relationships/notesMaster" Target="/ppt/notesMasters/notesMaster1.xml" Id="Raccd4ea84ef944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2ccb1c10fa49bd" /><Relationship Type="http://schemas.openxmlformats.org/officeDocument/2006/relationships/notesMaster" Target="/ppt/notesMasters/notesMaster1.xml" Id="R71b36702babe4b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07aa63c9454836" /><Relationship Type="http://schemas.openxmlformats.org/officeDocument/2006/relationships/notesMaster" Target="/ppt/notesMasters/notesMaster1.xml" Id="R8373b6b1d10642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132c82d7b341b6" /><Relationship Type="http://schemas.openxmlformats.org/officeDocument/2006/relationships/notesMaster" Target="/ppt/notesMasters/notesMaster1.xml" Id="Rb8f2ae9152cf41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584127d9444027" /><Relationship Type="http://schemas.openxmlformats.org/officeDocument/2006/relationships/notesMaster" Target="/ppt/notesMasters/notesMaster1.xml" Id="R06a9db98e05446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ae55768eff4be0" /><Relationship Type="http://schemas.openxmlformats.org/officeDocument/2006/relationships/notesMaster" Target="/ppt/notesMasters/notesMaster1.xml" Id="Re0a8875e24ed4c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4b6d5e567b4516" /><Relationship Type="http://schemas.openxmlformats.org/officeDocument/2006/relationships/notesMaster" Target="/ppt/notesMasters/notesMaster1.xml" Id="R3d14572789364b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166e9d0a444bbb" /><Relationship Type="http://schemas.openxmlformats.org/officeDocument/2006/relationships/notesMaster" Target="/ppt/notesMasters/notesMaster1.xml" Id="R405f7260cacd43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e96ff285454232" /><Relationship Type="http://schemas.openxmlformats.org/officeDocument/2006/relationships/notesMaster" Target="/ppt/notesMasters/notesMaster1.xml" Id="R95bc86fcc3324a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4844749550403f" /><Relationship Type="http://schemas.openxmlformats.org/officeDocument/2006/relationships/notesMaster" Target="/ppt/notesMasters/notesMaster1.xml" Id="Rab74127c811d4b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14278d942640b7" /><Relationship Type="http://schemas.openxmlformats.org/officeDocument/2006/relationships/notesMaster" Target="/ppt/notesMasters/notesMaster1.xml" Id="Raa34d1f24344468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5b20d206f24c86" /><Relationship Type="http://schemas.openxmlformats.org/officeDocument/2006/relationships/notesMaster" Target="/ppt/notesMasters/notesMaster1.xml" Id="R69d3330b455d41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ec237dcfeb4cc1" /><Relationship Type="http://schemas.openxmlformats.org/officeDocument/2006/relationships/notesMaster" Target="/ppt/notesMasters/notesMaster1.xml" Id="R1d85f5bf081142a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281456679c4179" /><Relationship Type="http://schemas.openxmlformats.org/officeDocument/2006/relationships/notesMaster" Target="/ppt/notesMasters/notesMaster1.xml" Id="R8e42150d39b041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c4e2e9605344f9" /><Relationship Type="http://schemas.openxmlformats.org/officeDocument/2006/relationships/notesMaster" Target="/ppt/notesMasters/notesMaster1.xml" Id="R5a25e06b78e44b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261227d03234317" /><Relationship Type="http://schemas.openxmlformats.org/officeDocument/2006/relationships/notesMaster" Target="/ppt/notesMasters/notesMaster1.xml" Id="Rb8ec25fc379e41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671729da93441db" /><Relationship Type="http://schemas.openxmlformats.org/officeDocument/2006/relationships/notesMaster" Target="/ppt/notesMasters/notesMaster1.xml" Id="Ree99b62cff314fd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7399e1bef44702" /><Relationship Type="http://schemas.openxmlformats.org/officeDocument/2006/relationships/notesMaster" Target="/ppt/notesMasters/notesMaster1.xml" Id="Rcc2650734add494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1d890d6211642ad" /><Relationship Type="http://schemas.openxmlformats.org/officeDocument/2006/relationships/notesMaster" Target="/ppt/notesMasters/notesMaster1.xml" Id="R904f0512a2494b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8a755aade6f4803" /><Relationship Type="http://schemas.openxmlformats.org/officeDocument/2006/relationships/notesMaster" Target="/ppt/notesMasters/notesMaster1.xml" Id="R2b899b3f459c4ab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a27da2e5cd8465a" /><Relationship Type="http://schemas.openxmlformats.org/officeDocument/2006/relationships/notesMaster" Target="/ppt/notesMasters/notesMaster1.xml" Id="R75925c1d88a9416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105a58f956f46f8" /><Relationship Type="http://schemas.openxmlformats.org/officeDocument/2006/relationships/notesMaster" Target="/ppt/notesMasters/notesMaster1.xml" Id="R9cfd9297d0d54f6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bf51a5071a64212" /><Relationship Type="http://schemas.openxmlformats.org/officeDocument/2006/relationships/notesMaster" Target="/ppt/notesMasters/notesMaster1.xml" Id="R76ed4b41d90b479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42c9558e12448fc" /><Relationship Type="http://schemas.openxmlformats.org/officeDocument/2006/relationships/notesMaster" Target="/ppt/notesMasters/notesMaster1.xml" Id="Rfa5c564b6b4e4c7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902c2887b7848c5" /><Relationship Type="http://schemas.openxmlformats.org/officeDocument/2006/relationships/notesMaster" Target="/ppt/notesMasters/notesMaster1.xml" Id="R5233cc64276d425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76c266069d540b1" /><Relationship Type="http://schemas.openxmlformats.org/officeDocument/2006/relationships/notesMaster" Target="/ppt/notesMasters/notesMaster1.xml" Id="Rbf5e424877f3460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70b5aad792d42fe" /><Relationship Type="http://schemas.openxmlformats.org/officeDocument/2006/relationships/notesMaster" Target="/ppt/notesMasters/notesMaster1.xml" Id="Rcf74fa16fca543b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815f0b504b64e42" /><Relationship Type="http://schemas.openxmlformats.org/officeDocument/2006/relationships/notesMaster" Target="/ppt/notesMasters/notesMaster1.xml" Id="Rd4586b43e96d458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6d5c3a2e4e54321" /><Relationship Type="http://schemas.openxmlformats.org/officeDocument/2006/relationships/notesMaster" Target="/ppt/notesMasters/notesMaster1.xml" Id="R646226b6f608487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8cc8430b59c43a9" /><Relationship Type="http://schemas.openxmlformats.org/officeDocument/2006/relationships/notesMaster" Target="/ppt/notesMasters/notesMaster1.xml" Id="Rb70cdd26f4a7459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97ea47056974200" /><Relationship Type="http://schemas.openxmlformats.org/officeDocument/2006/relationships/notesMaster" Target="/ppt/notesMasters/notesMaster1.xml" Id="Rbb3b49e72ade48a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9141239936b4be3" /><Relationship Type="http://schemas.openxmlformats.org/officeDocument/2006/relationships/notesMaster" Target="/ppt/notesMasters/notesMaster1.xml" Id="R05937fdbddaa451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724475943594335" /><Relationship Type="http://schemas.openxmlformats.org/officeDocument/2006/relationships/notesMaster" Target="/ppt/notesMasters/notesMaster1.xml" Id="R8751aa07c8e1426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69dea1bec904897" /><Relationship Type="http://schemas.openxmlformats.org/officeDocument/2006/relationships/notesMaster" Target="/ppt/notesMasters/notesMaster1.xml" Id="Rd0bcebd7c67e4f1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9c84bff50a44a1b" /><Relationship Type="http://schemas.openxmlformats.org/officeDocument/2006/relationships/notesMaster" Target="/ppt/notesMasters/notesMaster1.xml" Id="Rba287a38651c421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7b03ab0a28242f2" /><Relationship Type="http://schemas.openxmlformats.org/officeDocument/2006/relationships/notesMaster" Target="/ppt/notesMasters/notesMaster1.xml" Id="Rbaa54fb22cb74c2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3a780f68ae74e67" /><Relationship Type="http://schemas.openxmlformats.org/officeDocument/2006/relationships/notesMaster" Target="/ppt/notesMasters/notesMaster1.xml" Id="Rb67cba6f7169408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19830f798c643d8" /><Relationship Type="http://schemas.openxmlformats.org/officeDocument/2006/relationships/notesMaster" Target="/ppt/notesMasters/notesMaster1.xml" Id="Rf61326335e25414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141d9445e8346b1" /><Relationship Type="http://schemas.openxmlformats.org/officeDocument/2006/relationships/notesMaster" Target="/ppt/notesMasters/notesMaster1.xml" Id="R5e3cfec8b803482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2f76e95a5aa472c" /><Relationship Type="http://schemas.openxmlformats.org/officeDocument/2006/relationships/notesMaster" Target="/ppt/notesMasters/notesMaster1.xml" Id="R989b6da2529440b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91b4b0b0bf5497c" /><Relationship Type="http://schemas.openxmlformats.org/officeDocument/2006/relationships/notesMaster" Target="/ppt/notesMasters/notesMaster1.xml" Id="R85fc95ebe1d4479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ed6d635aedf43b4" /><Relationship Type="http://schemas.openxmlformats.org/officeDocument/2006/relationships/notesMaster" Target="/ppt/notesMasters/notesMaster1.xml" Id="R92a706bf97574e5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d17ea5f3d624235" /><Relationship Type="http://schemas.openxmlformats.org/officeDocument/2006/relationships/notesMaster" Target="/ppt/notesMasters/notesMaster1.xml" Id="Radb7dea615364d1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46bd6ade00a42f4" /><Relationship Type="http://schemas.openxmlformats.org/officeDocument/2006/relationships/notesMaster" Target="/ppt/notesMasters/notesMaster1.xml" Id="Rd13f4a6bc0ad467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9735b9f609d45a0" /><Relationship Type="http://schemas.openxmlformats.org/officeDocument/2006/relationships/notesMaster" Target="/ppt/notesMasters/notesMaster1.xml" Id="R73272694e58a463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ef8470523264a5f" /><Relationship Type="http://schemas.openxmlformats.org/officeDocument/2006/relationships/notesMaster" Target="/ppt/notesMasters/notesMaster1.xml" Id="Rc65a9d78a7cd41b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098981b25774c5e" /><Relationship Type="http://schemas.openxmlformats.org/officeDocument/2006/relationships/notesMaster" Target="/ppt/notesMasters/notesMaster1.xml" Id="R5790e677f1b64a2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5f9b787aba1493c" /><Relationship Type="http://schemas.openxmlformats.org/officeDocument/2006/relationships/notesMaster" Target="/ppt/notesMasters/notesMaster1.xml" Id="R8ef6a63a4bf0406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68430edbd214040" /><Relationship Type="http://schemas.openxmlformats.org/officeDocument/2006/relationships/notesMaster" Target="/ppt/notesMasters/notesMaster1.xml" Id="Ra4a492ce38d9424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0cf43e8d69d24596" /><Relationship Type="http://schemas.openxmlformats.org/officeDocument/2006/relationships/notesMaster" Target="/ppt/notesMasters/notesMaster1.xml" Id="Ra4c7d28d8ba54f1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15c5ccf45284136" /><Relationship Type="http://schemas.openxmlformats.org/officeDocument/2006/relationships/notesMaster" Target="/ppt/notesMasters/notesMaster1.xml" Id="R007395938c69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参照：src/fileworkbench/__init__.py</a:t>
            </a:r>
          </a:p>
          <a:p xmlns:a="http://schemas.openxmlformats.org/drawingml/2006/main">
            <a:r>
              <a:t>SHA256: 9c2f7a695c3e3c741d364c0dee2c7582c4f6f3c098977f1770ea5c8b4ca9aaca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参照：docs/PREVIEW_UPGRADE_3.2.2.md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参照：src/fileworkbench/app.py</a:t>
            </a:r>
          </a:p>
          <a:p xmlns:a="http://schemas.openxmlformats.org/drawingml/2006/main">
            <a:r>
              <a:t>L14: class App</a:t>
            </a:r>
          </a:p>
          <a:p xmlns:a="http://schemas.openxmlformats.org/drawingml/2006/main">
            <a:r>
              <a:t>  L15: __init__(self, services=None, initial_module='tree')</a:t>
            </a:r>
          </a:p>
          <a:p xmlns:a="http://schemas.openxmlformats.org/drawingml/2006/main">
            <a:r>
              <a:t>  L35: activate(self, mid)</a:t>
            </a:r>
          </a:p>
          <a:p xmlns:a="http://schemas.openxmlformats.org/drawingml/2006/main">
            <a:r>
              <a:t>  L43: set_linked(self, value)</a:t>
            </a:r>
          </a:p>
          <a:p xmlns:a="http://schemas.openxmlformats.org/drawingml/2006/main">
            <a:r>
              <a:t>  L47: send_paths(self, paths, target=None)</a:t>
            </a:r>
          </a:p>
          <a:p xmlns:a="http://schemas.openxmlformats.org/drawingml/2006/main">
            <a:r>
              <a:t>  L52: send_requested(self, mid, paths)</a:t>
            </a:r>
          </a:p>
          <a:p xmlns:a="http://schemas.openxmlformats.org/drawingml/2006/main">
            <a:r>
              <a:t>  L57: send_selection(self)</a:t>
            </a:r>
          </a:p>
          <a:p xmlns:a="http://schemas.openxmlformats.org/drawingml/2006/main">
            <a:r>
              <a:t>  L65: preview_requested(self, pairs, side)</a:t>
            </a:r>
          </a:p>
          <a:p xmlns:a="http://schemas.openxmlformats.org/drawingml/2006/main">
            <a:r>
              <a:t>  L71: propagate(self, source, paths)</a:t>
            </a:r>
          </a:p>
          <a:p xmlns:a="http://schemas.openxmlformats.org/drawingml/2006/main">
            <a:r>
              <a:t>  L77: on_event(self, event)</a:t>
            </a:r>
          </a:p>
          <a:p xmlns:a="http://schemas.openxmlformats.org/drawingml/2006/main">
            <a:r>
              <a:t>  L86: drain(self)</a:t>
            </a:r>
          </a:p>
          <a:p xmlns:a="http://schemas.openxmlformats.org/drawingml/2006/main">
            <a:r>
              <a:t>  L94: busy_changed(self, busy)</a:t>
            </a:r>
          </a:p>
          <a:p xmlns:a="http://schemas.openxmlformats.org/drawingml/2006/main">
            <a:r>
              <a:t>  L95: changed(self, results)</a:t>
            </a:r>
          </a:p>
          <a:p xmlns:a="http://schemas.openxmlformats.org/drawingml/2006/main">
            <a:r>
              <a:t>  L100: dragEnterEvent(self, e)</a:t>
            </a:r>
          </a:p>
          <a:p xmlns:a="http://schemas.openxmlformats.org/drawingml/2006/main">
            <a:r>
              <a:t>  L102: dropEvent(self, e)</a:t>
            </a:r>
          </a:p>
          <a:p xmlns:a="http://schemas.openxmlformats.org/drawingml/2006/main">
            <a:r>
              <a:t>  L103: detach(self, mid)</a:t>
            </a:r>
          </a:p>
          <a:p xmlns:a="http://schemas.openxmlformats.org/drawingml/2006/main">
            <a:r>
              <a:t>  L108: refresh_favorites(self)</a:t>
            </a:r>
          </a:p>
          <a:p xmlns:a="http://schemas.openxmlformats.org/drawingml/2006/main">
            <a:r>
              <a:t>  L112: apply_favorite(self, index)</a:t>
            </a:r>
          </a:p>
          <a:p xmlns:a="http://schemas.openxmlformats.org/drawingml/2006/main">
            <a:r>
              <a:t>  L115: specification(self)</a:t>
            </a:r>
          </a:p>
          <a:p xmlns:a="http://schemas.openxmlformats.org/drawingml/2006/main">
            <a:r>
              <a:t>  L117: developer(self)</a:t>
            </a:r>
          </a:p>
          <a:p xmlns:a="http://schemas.openxmlformats.org/drawingml/2006/main">
            <a:r>
              <a:t>  L121: closeEvent(self, event)</a:t>
            </a:r>
          </a:p>
          <a:p xmlns:a="http://schemas.openxmlformats.org/drawingml/2006/main">
            <a:r>
              <a:t>L131: error_handler(kind, value, tb)</a:t>
            </a:r>
          </a:p>
          <a:p xmlns:a="http://schemas.openxmlformats.org/drawingml/2006/main">
            <a:r>
              <a:t>L135: main()</a:t>
            </a:r>
          </a:p>
          <a:p xmlns:a="http://schemas.openxmlformats.org/drawingml/2006/main">
            <a:r>
              <a:t>SHA256: bfdc1ea7b17b621525ec1b833ccf682898f18eea9a734556ca4ee88e24568ce9</a:t>
            </a:r>
          </a:p>
          <a:p xmlns:a="http://schemas.openxmlformats.org/drawingml/2006/main">
            <a:r>
              <a:t>参照：src/fileworkbench/module_registry.py</a:t>
            </a:r>
          </a:p>
          <a:p xmlns:a="http://schemas.openxmlformats.org/drawingml/2006/main">
            <a:r>
              <a:t>L16: declaration(mid)</a:t>
            </a:r>
          </a:p>
          <a:p xmlns:a="http://schemas.openxmlformats.org/drawingml/2006/main">
            <a:r>
              <a:t>L24: create_ports(services=None)</a:t>
            </a:r>
          </a:p>
          <a:p xmlns:a="http://schemas.openxmlformats.org/drawingml/2006/main">
            <a:r>
              <a:t>SHA256: 28b995300bf39ca4ef1bb9eaf991e9c6f34805d4b65ae7bde3b342103a353ff4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参照：src/fileworkbench/interfaces/contracts.py</a:t>
            </a:r>
          </a:p>
          <a:p xmlns:a="http://schemas.openxmlformats.org/drawingml/2006/main">
            <a:r>
              <a:t>L7: class ModuleDescriptor</a:t>
            </a:r>
          </a:p>
          <a:p xmlns:a="http://schemas.openxmlformats.org/drawingml/2006/main">
            <a:r>
              <a:t>L18: class ModuleContext</a:t>
            </a:r>
          </a:p>
          <a:p xmlns:a="http://schemas.openxmlformats.org/drawingml/2006/main">
            <a:r>
              <a:t>L25: class ModuleEvent</a:t>
            </a:r>
          </a:p>
          <a:p xmlns:a="http://schemas.openxmlformats.org/drawingml/2006/main">
            <a:r>
              <a:t>L30: class ModulePort</a:t>
            </a:r>
          </a:p>
          <a:p xmlns:a="http://schemas.openxmlformats.org/drawingml/2006/main">
            <a:r>
              <a:t>  L32: create_widget(self, parent: QWidget | None=None)</a:t>
            </a:r>
          </a:p>
          <a:p xmlns:a="http://schemas.openxmlformats.org/drawingml/2006/main">
            <a:r>
              <a:t>  L33: receive_context(self, context: ModuleContext)</a:t>
            </a:r>
          </a:p>
          <a:p xmlns:a="http://schemas.openxmlformats.org/drawingml/2006/main">
            <a:r>
              <a:t>  L34: current_context(self)</a:t>
            </a:r>
          </a:p>
          <a:p xmlns:a="http://schemas.openxmlformats.org/drawingml/2006/main">
            <a:r>
              <a:t>  L35: execute(self, command: str, payload: dict[str, Any] | None=None)</a:t>
            </a:r>
          </a:p>
          <a:p xmlns:a="http://schemas.openxmlformats.org/drawingml/2006/main">
            <a:r>
              <a:t>  L36: subscribe(self, callback: Callable[[ModuleEvent], None])</a:t>
            </a:r>
          </a:p>
          <a:p xmlns:a="http://schemas.openxmlformats.org/drawingml/2006/main">
            <a:r>
              <a:t>  L37: shutdown(self)</a:t>
            </a:r>
          </a:p>
          <a:p xmlns:a="http://schemas.openxmlformats.org/drawingml/2006/main">
            <a:r>
              <a:t>SHA256: 6e8ee4cab47cd56597531fe456b20d5e5f0fa70d23735ccb4d9423982040d532</a:t>
            </a:r>
          </a:p>
          <a:p xmlns:a="http://schemas.openxmlformats.org/drawingml/2006/main">
            <a:r>
              <a:t>参照：src/fileworkbench/module_registry.py</a:t>
            </a:r>
          </a:p>
          <a:p xmlns:a="http://schemas.openxmlformats.org/drawingml/2006/main">
            <a:r>
              <a:t>L16: declaration(mid)</a:t>
            </a:r>
          </a:p>
          <a:p xmlns:a="http://schemas.openxmlformats.org/drawingml/2006/main">
            <a:r>
              <a:t>L24: create_ports(services=None)</a:t>
            </a:r>
          </a:p>
          <a:p xmlns:a="http://schemas.openxmlformats.org/drawingml/2006/main">
            <a:r>
              <a:t>SHA256: 28b995300bf39ca4ef1bb9eaf991e9c6f34805d4b65ae7bde3b342103a353ff4</a:t>
            </a:r>
          </a:p>
          <a:p xmlns:a="http://schemas.openxmlformats.org/drawingml/2006/main">
            <a:r>
              <a:t>参照：src/fileworkbench/modules/preview/interface.py</a:t>
            </a:r>
          </a:p>
          <a:p xmlns:a="http://schemas.openxmlformats.org/drawingml/2006/main">
            <a:r>
              <a:t>L5: class PreviewInterface</a:t>
            </a:r>
          </a:p>
          <a:p xmlns:a="http://schemas.openxmlformats.org/drawingml/2006/main">
            <a:r>
              <a:t>  L6: __init__(self, services=None)</a:t>
            </a:r>
          </a:p>
          <a:p xmlns:a="http://schemas.openxmlformats.org/drawingml/2006/main">
            <a:r>
              <a:t>SHA256: f4989662044c6a5492496dc65f14324ea00b004f14cc87c9a2e5d6d062ef16bb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参照：src/fileworkbench/interfaces/contracts.py</a:t>
            </a:r>
          </a:p>
          <a:p xmlns:a="http://schemas.openxmlformats.org/drawingml/2006/main">
            <a:r>
              <a:t>L7: class ModuleDescriptor</a:t>
            </a:r>
          </a:p>
          <a:p xmlns:a="http://schemas.openxmlformats.org/drawingml/2006/main">
            <a:r>
              <a:t>L18: class ModuleContext</a:t>
            </a:r>
          </a:p>
          <a:p xmlns:a="http://schemas.openxmlformats.org/drawingml/2006/main">
            <a:r>
              <a:t>L25: class ModuleEvent</a:t>
            </a:r>
          </a:p>
          <a:p xmlns:a="http://schemas.openxmlformats.org/drawingml/2006/main">
            <a:r>
              <a:t>L30: class ModulePort</a:t>
            </a:r>
          </a:p>
          <a:p xmlns:a="http://schemas.openxmlformats.org/drawingml/2006/main">
            <a:r>
              <a:t>  L32: create_widget(self, parent: QWidget | None=None)</a:t>
            </a:r>
          </a:p>
          <a:p xmlns:a="http://schemas.openxmlformats.org/drawingml/2006/main">
            <a:r>
              <a:t>  L33: receive_context(self, context: ModuleContext)</a:t>
            </a:r>
          </a:p>
          <a:p xmlns:a="http://schemas.openxmlformats.org/drawingml/2006/main">
            <a:r>
              <a:t>  L34: current_context(self)</a:t>
            </a:r>
          </a:p>
          <a:p xmlns:a="http://schemas.openxmlformats.org/drawingml/2006/main">
            <a:r>
              <a:t>  L35: execute(self, command: str, payload: dict[str, Any] | None=None)</a:t>
            </a:r>
          </a:p>
          <a:p xmlns:a="http://schemas.openxmlformats.org/drawingml/2006/main">
            <a:r>
              <a:t>  L36: subscribe(self, callback: Callable[[ModuleEvent], None])</a:t>
            </a:r>
          </a:p>
          <a:p xmlns:a="http://schemas.openxmlformats.org/drawingml/2006/main">
            <a:r>
              <a:t>  L37: shutdown(self)</a:t>
            </a:r>
          </a:p>
          <a:p xmlns:a="http://schemas.openxmlformats.org/drawingml/2006/main">
            <a:r>
              <a:t>SHA256: 6e8ee4cab47cd56597531fe456b20d5e5f0fa70d23735ccb4d9423982040d532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参照：src/fileworkbench/interfaces/adapter.py</a:t>
            </a:r>
          </a:p>
          <a:p xmlns:a="http://schemas.openxmlformats.org/drawingml/2006/main">
            <a:r>
              <a:t>L5: class WidgetModuleAdapter</a:t>
            </a:r>
          </a:p>
          <a:p xmlns:a="http://schemas.openxmlformats.org/drawingml/2006/main">
            <a:r>
              <a:t>  L6: __init__(self, descriptor, widget_class, services, commands)</a:t>
            </a:r>
          </a:p>
          <a:p xmlns:a="http://schemas.openxmlformats.org/drawingml/2006/main">
            <a:r>
              <a:t>  L8: create_widget(self, parent=None)</a:t>
            </a:r>
          </a:p>
          <a:p xmlns:a="http://schemas.openxmlformats.org/drawingml/2006/main">
            <a:r>
              <a:t>  L12: _event(self, name, payload)</a:t>
            </a:r>
          </a:p>
          <a:p xmlns:a="http://schemas.openxmlformats.org/drawingml/2006/main">
            <a:r>
              <a:t>  L15: receive_paths(self, paths, options=None)</a:t>
            </a:r>
          </a:p>
          <a:p xmlns:a="http://schemas.openxmlformats.org/drawingml/2006/main">
            <a:r>
              <a:t>  L16: receive_context(self, context)</a:t>
            </a:r>
          </a:p>
          <a:p xmlns:a="http://schemas.openxmlformats.org/drawingml/2006/main">
            <a:r>
              <a:t>  L26: current_context(self)</a:t>
            </a:r>
          </a:p>
          <a:p xmlns:a="http://schemas.openxmlformats.org/drawingml/2006/main">
            <a:r>
              <a:t>  L30: execute(self, command, payload=None)</a:t>
            </a:r>
          </a:p>
          <a:p xmlns:a="http://schemas.openxmlformats.org/drawingml/2006/main">
            <a:r>
              <a:t>  L40: subscribe(self, callback)</a:t>
            </a:r>
          </a:p>
          <a:p xmlns:a="http://schemas.openxmlformats.org/drawingml/2006/main">
            <a:r>
              <a:t>  L42: unsubscribe(self, callback)</a:t>
            </a:r>
          </a:p>
          <a:p xmlns:a="http://schemas.openxmlformats.org/drawingml/2006/main">
            <a:r>
              <a:t>  L44: emit(self, name, payload=None)</a:t>
            </a:r>
          </a:p>
          <a:p xmlns:a="http://schemas.openxmlformats.org/drawingml/2006/main">
            <a:r>
              <a:t>  L47: shutdown(self)</a:t>
            </a:r>
          </a:p>
          <a:p xmlns:a="http://schemas.openxmlformats.org/drawingml/2006/main">
            <a:r>
              <a:t>SHA256: 245a58d3cb287da2c6ff04479d92f5a3bc4940ec5f7cf1cf39a080e70657d745</a:t>
            </a:r>
          </a:p>
          <a:p xmlns:a="http://schemas.openxmlformats.org/drawingml/2006/main">
            <a:r>
              <a:t>参照：src/fileworkbench/ui/common.py</a:t>
            </a:r>
          </a:p>
          <a:p xmlns:a="http://schemas.openxmlformats.org/drawingml/2006/main">
            <a:r>
              <a:t>L11: class Job</a:t>
            </a:r>
          </a:p>
          <a:p xmlns:a="http://schemas.openxmlformats.org/drawingml/2006/main">
            <a:r>
              <a:t>  L13: __init__(self, fn, parent=None)</a:t>
            </a:r>
          </a:p>
          <a:p xmlns:a="http://schemas.openxmlformats.org/drawingml/2006/main">
            <a:r>
              <a:t>  L14: run(self)</a:t>
            </a:r>
          </a:p>
          <a:p xmlns:a="http://schemas.openxmlformats.org/drawingml/2006/main">
            <a:r>
              <a:t>L19: class ValueItem</a:t>
            </a:r>
          </a:p>
          <a:p xmlns:a="http://schemas.openxmlformats.org/drawingml/2006/main">
            <a:r>
              <a:t>  L20: __lt__(self, other)</a:t>
            </a:r>
          </a:p>
          <a:p xmlns:a="http://schemas.openxmlformats.org/drawingml/2006/main">
            <a:r>
              <a:t>L27: class FileTable</a:t>
            </a:r>
          </a:p>
          <a:p xmlns:a="http://schemas.openxmlformats.org/drawingml/2006/main">
            <a:r>
              <a:t>  L29: __init__(self, headers, key, parent=None)</a:t>
            </a:r>
          </a:p>
          <a:p xmlns:a="http://schemas.openxmlformats.org/drawingml/2006/main">
            <a:r>
              <a:t>  L39: fill(self, rows)</a:t>
            </a:r>
          </a:p>
          <a:p xmlns:a="http://schemas.openxmlformats.org/drawingml/2006/main">
            <a:r>
              <a:t>  L46: selected_rows(self)</a:t>
            </a:r>
          </a:p>
          <a:p xmlns:a="http://schemas.openxmlformats.org/drawingml/2006/main">
            <a:r>
              <a:t>  L47: visible_rows(self)</a:t>
            </a:r>
          </a:p>
          <a:p xmlns:a="http://schemas.openxmlformats.org/drawingml/2006/main">
            <a:r>
              <a:t>  L48: selected_paths(self)</a:t>
            </a:r>
          </a:p>
          <a:p xmlns:a="http://schemas.openxmlformats.org/drawingml/2006/main">
            <a:r>
              <a:t>  L49: startDrag(self, actions)</a:t>
            </a:r>
          </a:p>
          <a:p xmlns:a="http://schemas.openxmlformats.org/drawingml/2006/main">
            <a:r>
              <a:t>  L53: dragEnterEvent(self, event)</a:t>
            </a:r>
          </a:p>
          <a:p xmlns:a="http://schemas.openxmlformats.org/drawingml/2006/main">
            <a:r>
              <a:t>  L55: dragMoveEvent(self, event)</a:t>
            </a:r>
          </a:p>
          <a:p xmlns:a="http://schemas.openxmlformats.org/drawingml/2006/main">
            <a:r>
              <a:t>  L56: dropEvent(self, event)</a:t>
            </a:r>
          </a:p>
          <a:p xmlns:a="http://schemas.openxmlformats.org/drawingml/2006/main">
            <a:r>
              <a:t>  L59: reset_widths(self)</a:t>
            </a:r>
          </a:p>
          <a:p xmlns:a="http://schemas.openxmlformats.org/drawingml/2006/main">
            <a:r>
              <a:t>L62: class DropLabel</a:t>
            </a:r>
          </a:p>
          <a:p xmlns:a="http://schemas.openxmlformats.org/drawingml/2006/main">
            <a:r>
              <a:t>  L64: __init__(self, text='')</a:t>
            </a:r>
          </a:p>
          <a:p xmlns:a="http://schemas.openxmlformats.org/drawingml/2006/main">
            <a:r>
              <a:t>  L65: dragEnterEvent(self, e)</a:t>
            </a:r>
          </a:p>
          <a:p xmlns:a="http://schemas.openxmlformats.org/drawingml/2006/main">
            <a:r>
              <a:t>  L67: dropEvent(self, e)</a:t>
            </a:r>
          </a:p>
          <a:p xmlns:a="http://schemas.openxmlformats.org/drawingml/2006/main">
            <a:r>
              <a:t>L71: class ModuleWidget</a:t>
            </a:r>
          </a:p>
          <a:p xmlns:a="http://schemas.openxmlformats.org/drawingml/2006/main">
            <a:r>
              <a:t>  L74: __init__(self, services)</a:t>
            </a:r>
          </a:p>
          <a:p xmlns:a="http://schemas.openxmlformats.org/drawingml/2006/main">
            <a:r>
              <a:t>  L82: footer(self, layout)</a:t>
            </a:r>
          </a:p>
          <a:p xmlns:a="http://schemas.openxmlformats.org/drawingml/2006/main">
            <a:r>
              <a:t>  L84: busy(self)</a:t>
            </a:r>
          </a:p>
          <a:p xmlns:a="http://schemas.openxmlformats.org/drawingml/2006/main">
            <a:r>
              <a:t>  L85: run_job(self, fn, done)</a:t>
            </a:r>
          </a:p>
          <a:p xmlns:a="http://schemas.openxmlformats.org/drawingml/2006/main">
            <a:r>
              <a:t>  L93: _receive_result(self, value)</a:t>
            </a:r>
          </a:p>
          <a:p xmlns:a="http://schemas.openxmlformats.org/drawingml/2006/main">
            <a:r>
              <a:t>  L94: _receive_error(self, error)</a:t>
            </a:r>
          </a:p>
          <a:p xmlns:a="http://schemas.openxmlformats.org/drawingml/2006/main">
            <a:r>
              <a:t>  L95: _progress(self, row)</a:t>
            </a:r>
          </a:p>
          <a:p xmlns:a="http://schemas.openxmlformats.org/drawingml/2006/main">
            <a:r>
              <a:t>  L99: _finished(self)</a:t>
            </a:r>
          </a:p>
          <a:p xmlns:a="http://schemas.openxmlformats.org/drawingml/2006/main">
            <a:r>
              <a:t>  L110: cancel(self)</a:t>
            </a:r>
          </a:p>
          <a:p xmlns:a="http://schemas.openxmlformats.org/drawingml/2006/main">
            <a:r>
              <a:t>  L112: selected_paths(self)</a:t>
            </a:r>
          </a:p>
          <a:p xmlns:a="http://schemas.openxmlformats.org/drawingml/2006/main">
            <a:r>
              <a:t>  L113: receive_paths(self, paths, options=None)</a:t>
            </a:r>
          </a:p>
          <a:p xmlns:a="http://schemas.openxmlformats.org/drawingml/2006/main">
            <a:r>
              <a:t>  L116: dragEnterEvent(self, event)</a:t>
            </a:r>
          </a:p>
          <a:p xmlns:a="http://schemas.openxmlformats.org/drawingml/2006/main">
            <a:r>
              <a:t>  L118: dropEvent(self, event)</a:t>
            </a:r>
          </a:p>
          <a:p xmlns:a="http://schemas.openxmlformats.org/drawingml/2006/main">
            <a:r>
              <a:t>  L121: file_menu(self, table, pos)</a:t>
            </a:r>
          </a:p>
          <a:p xmlns:a="http://schemas.openxmlformats.org/drawingml/2006/main">
            <a:r>
              <a:t>  L131: changed(self, results)</a:t>
            </a:r>
          </a:p>
          <a:p xmlns:a="http://schemas.openxmlformats.org/drawingml/2006/main">
            <a:r>
              <a:t>  L135: files_changed(self, results)</a:t>
            </a:r>
          </a:p>
          <a:p xmlns:a="http://schemas.openxmlformats.org/drawingml/2006/main">
            <a:r>
              <a:t>  L163: closeEvent(self, event)</a:t>
            </a:r>
          </a:p>
          <a:p xmlns:a="http://schemas.openxmlformats.org/drawingml/2006/main">
            <a:r>
              <a:t>  L166: save_state(self)</a:t>
            </a:r>
          </a:p>
          <a:p xmlns:a="http://schemas.openxmlformats.org/drawingml/2006/main">
            <a:r>
              <a:t>  L173: restore_state(self)</a:t>
            </a:r>
          </a:p>
          <a:p xmlns:a="http://schemas.openxmlformats.org/drawingml/2006/main">
            <a:r>
              <a:t>L182: table_settings(parent)</a:t>
            </a:r>
          </a:p>
          <a:p xmlns:a="http://schemas.openxmlformats.org/drawingml/2006/main">
            <a:r>
              <a:t>L187: restore_sort(header, settings, key)</a:t>
            </a:r>
          </a:p>
          <a:p xmlns:a="http://schemas.openxmlformats.org/drawingml/2006/main">
            <a:r>
              <a:t>L197: class TreeItem</a:t>
            </a:r>
          </a:p>
          <a:p xmlns:a="http://schemas.openxmlformats.org/drawingml/2006/main">
            <a:r>
              <a:t>  L198: __lt__(self, other)</a:t>
            </a:r>
          </a:p>
          <a:p xmlns:a="http://schemas.openxmlformats.org/drawingml/2006/main">
            <a:r>
              <a:t>L204: class FileTree</a:t>
            </a:r>
          </a:p>
          <a:p xmlns:a="http://schemas.openxmlformats.org/drawingml/2006/main">
            <a:r>
              <a:t>  L206: __init__(self, parent=None)</a:t>
            </a:r>
          </a:p>
          <a:p xmlns:a="http://schemas.openxmlformats.org/drawingml/2006/main">
            <a:r>
              <a:t>  L214: selected_paths(self)</a:t>
            </a:r>
          </a:p>
          <a:p xmlns:a="http://schemas.openxmlformats.org/drawingml/2006/main">
            <a:r>
              <a:t>  L215: startDrag(self, actions)</a:t>
            </a:r>
          </a:p>
          <a:p xmlns:a="http://schemas.openxmlformats.org/drawingml/2006/main">
            <a:r>
              <a:t>  L217: dragEnterEvent(self, e)</a:t>
            </a:r>
          </a:p>
          <a:p xmlns:a="http://schemas.openxmlformats.org/drawingml/2006/main">
            <a:r>
              <a:t>  L219: dragMoveEvent(self, e)</a:t>
            </a:r>
          </a:p>
          <a:p xmlns:a="http://schemas.openxmlformats.org/drawingml/2006/main">
            <a:r>
              <a:t>  L220: dropEvent(self, e)</a:t>
            </a:r>
          </a:p>
          <a:p xmlns:a="http://schemas.openxmlformats.org/drawingml/2006/main">
            <a:r>
              <a:t>  L223: reset_widths(self)</a:t>
            </a:r>
          </a:p>
          <a:p xmlns:a="http://schemas.openxmlformats.org/drawingml/2006/main">
            <a:r>
              <a:t>SHA256: a230d135d94d3d34d644365f8f7882e2bc500ca6dbc6c2d402ed445691ba4118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参照：src/fileworkbench/interfaces/adapter.py</a:t>
            </a:r>
          </a:p>
          <a:p xmlns:a="http://schemas.openxmlformats.org/drawingml/2006/main">
            <a:r>
              <a:t>L5: class WidgetModuleAdapter</a:t>
            </a:r>
          </a:p>
          <a:p xmlns:a="http://schemas.openxmlformats.org/drawingml/2006/main">
            <a:r>
              <a:t>  L6: __init__(self, descriptor, widget_class, services, commands)</a:t>
            </a:r>
          </a:p>
          <a:p xmlns:a="http://schemas.openxmlformats.org/drawingml/2006/main">
            <a:r>
              <a:t>  L8: create_widget(self, parent=None)</a:t>
            </a:r>
          </a:p>
          <a:p xmlns:a="http://schemas.openxmlformats.org/drawingml/2006/main">
            <a:r>
              <a:t>  L12: _event(self, name, payload)</a:t>
            </a:r>
          </a:p>
          <a:p xmlns:a="http://schemas.openxmlformats.org/drawingml/2006/main">
            <a:r>
              <a:t>  L15: receive_paths(self, paths, options=None)</a:t>
            </a:r>
          </a:p>
          <a:p xmlns:a="http://schemas.openxmlformats.org/drawingml/2006/main">
            <a:r>
              <a:t>  L16: receive_context(self, context)</a:t>
            </a:r>
          </a:p>
          <a:p xmlns:a="http://schemas.openxmlformats.org/drawingml/2006/main">
            <a:r>
              <a:t>  L26: current_context(self)</a:t>
            </a:r>
          </a:p>
          <a:p xmlns:a="http://schemas.openxmlformats.org/drawingml/2006/main">
            <a:r>
              <a:t>  L30: execute(self, command, payload=None)</a:t>
            </a:r>
          </a:p>
          <a:p xmlns:a="http://schemas.openxmlformats.org/drawingml/2006/main">
            <a:r>
              <a:t>  L40: subscribe(self, callback)</a:t>
            </a:r>
          </a:p>
          <a:p xmlns:a="http://schemas.openxmlformats.org/drawingml/2006/main">
            <a:r>
              <a:t>  L42: unsubscribe(self, callback)</a:t>
            </a:r>
          </a:p>
          <a:p xmlns:a="http://schemas.openxmlformats.org/drawingml/2006/main">
            <a:r>
              <a:t>  L44: emit(self, name, payload=None)</a:t>
            </a:r>
          </a:p>
          <a:p xmlns:a="http://schemas.openxmlformats.org/drawingml/2006/main">
            <a:r>
              <a:t>  L47: shutdown(self)</a:t>
            </a:r>
          </a:p>
          <a:p xmlns:a="http://schemas.openxmlformats.org/drawingml/2006/main">
            <a:r>
              <a:t>SHA256: 245a58d3cb287da2c6ff04479d92f5a3bc4940ec5f7cf1cf39a080e70657d745</a:t>
            </a:r>
          </a:p>
          <a:p xmlns:a="http://schemas.openxmlformats.org/drawingml/2006/main">
            <a:r>
              <a:t>参照：config/modules/rename.json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"rename",</a:t>
            </a:r>
          </a:p>
          <a:p xmlns:a="http://schemas.openxmlformats.org/drawingml/2006/main">
            <a:r>
              <a:t>  "name": "一括リネーム",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"rename_color.svg",</a:t>
            </a:r>
          </a:p>
          <a:p xmlns:a="http://schemas.openxmlformats.org/drawingml/2006/main">
            <a:r>
              <a:t>  "description": "一括リネームの独立モジュール",</a:t>
            </a:r>
          </a:p>
          <a:p xmlns:a="http://schemas.openxmlformats.org/drawingml/2006/main">
            <a:r>
              <a:t>  "entrypoint": "fileworkbench.modules.rename.module",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"refresh": "preview",</a:t>
            </a:r>
          </a:p>
          <a:p xmlns:a="http://schemas.openxmlformats.org/drawingml/2006/main">
            <a:r>
              <a:t>    "preview": "dry_run",</a:t>
            </a:r>
          </a:p>
          <a:p xmlns:a="http://schemas.openxmlformats.org/drawingml/2006/main">
            <a:r>
              <a:t>    "rename": "execute",</a:t>
            </a:r>
          </a:p>
          <a:p xmlns:a="http://schemas.openxmlformats.org/drawingml/2006/main">
            <a:r>
              <a:t>    "undo": "undo",</a:t>
            </a:r>
          </a:p>
          <a:p xmlns:a="http://schemas.openxmlformats.org/drawingml/2006/main">
            <a:r>
              <a:t>    "clear": "clear",</a:t>
            </a:r>
          </a:p>
          <a:p xmlns:a="http://schemas.openxmlformats.org/drawingml/2006/main">
            <a:r>
              <a:t>    "retry_failed": "retry_failed"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"preview",</a:t>
            </a:r>
          </a:p>
          <a:p xmlns:a="http://schemas.openxmlformats.org/drawingml/2006/main">
            <a:r>
              <a:t>    "rename",</a:t>
            </a:r>
          </a:p>
          <a:p xmlns:a="http://schemas.openxmlformats.org/drawingml/2006/main">
            <a:r>
              <a:t>    "undo",</a:t>
            </a:r>
          </a:p>
          <a:p xmlns:a="http://schemas.openxmlformats.org/drawingml/2006/main">
            <a:r>
              <a:t>    "clear",</a:t>
            </a:r>
          </a:p>
          <a:p xmlns:a="http://schemas.openxmlformats.org/drawingml/2006/main">
            <a:r>
              <a:t>    "retry_failed"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"files",</a:t>
            </a:r>
          </a:p>
          <a:p xmlns:a="http://schemas.openxmlformats.org/drawingml/2006/main">
            <a:r>
              <a:t>    "folder"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"preview.completed",</a:t>
            </a:r>
          </a:p>
          <a:p xmlns:a="http://schemas.openxmlformats.org/drawingml/2006/main">
            <a:r>
              <a:t>    "rename.completed"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参照：config/modules/hash.json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"hash",</a:t>
            </a:r>
          </a:p>
          <a:p xmlns:a="http://schemas.openxmlformats.org/drawingml/2006/main">
            <a:r>
              <a:t>  "name": "HASH・重複",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"hash_color.svg",</a:t>
            </a:r>
          </a:p>
          <a:p xmlns:a="http://schemas.openxmlformats.org/drawingml/2006/main">
            <a:r>
              <a:t>  "description": "HASH・重複の独立モジュール",</a:t>
            </a:r>
          </a:p>
          <a:p xmlns:a="http://schemas.openxmlformats.org/drawingml/2006/main">
            <a:r>
              <a:t>  "entrypoint": "fileworkbench.modules.hash.module",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"scan": "scan",</a:t>
            </a:r>
          </a:p>
          <a:p xmlns:a="http://schemas.openxmlformats.org/drawingml/2006/main">
            <a:r>
              <a:t>    "refresh": "render",</a:t>
            </a:r>
          </a:p>
          <a:p xmlns:a="http://schemas.openxmlformats.org/drawingml/2006/main">
            <a:r>
              <a:t>    "export": "export",</a:t>
            </a:r>
          </a:p>
          <a:p xmlns:a="http://schemas.openxmlformats.org/drawingml/2006/main">
            <a:r>
              <a:t>    "clear": "clear"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"scan",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"export",</a:t>
            </a:r>
          </a:p>
          <a:p xmlns:a="http://schemas.openxmlformats.org/drawingml/2006/main">
            <a:r>
              <a:t>    "clear"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"files",</a:t>
            </a:r>
          </a:p>
          <a:p xmlns:a="http://schemas.openxmlformats.org/drawingml/2006/main">
            <a:r>
              <a:t>    "folder"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"scan.completed",</a:t>
            </a:r>
          </a:p>
          <a:p xmlns:a="http://schemas.openxmlformats.org/drawingml/2006/main">
            <a:r>
              <a:t>    "export.completed"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参照：src/fileworkbench/interfaces/adapter.py</a:t>
            </a:r>
          </a:p>
          <a:p xmlns:a="http://schemas.openxmlformats.org/drawingml/2006/main">
            <a:r>
              <a:t>L5: class WidgetModuleAdapter</a:t>
            </a:r>
          </a:p>
          <a:p xmlns:a="http://schemas.openxmlformats.org/drawingml/2006/main">
            <a:r>
              <a:t>  L6: __init__(self, descriptor, widget_class, services, commands)</a:t>
            </a:r>
          </a:p>
          <a:p xmlns:a="http://schemas.openxmlformats.org/drawingml/2006/main">
            <a:r>
              <a:t>  L8: create_widget(self, parent=None)</a:t>
            </a:r>
          </a:p>
          <a:p xmlns:a="http://schemas.openxmlformats.org/drawingml/2006/main">
            <a:r>
              <a:t>  L12: _event(self, name, payload)</a:t>
            </a:r>
          </a:p>
          <a:p xmlns:a="http://schemas.openxmlformats.org/drawingml/2006/main">
            <a:r>
              <a:t>  L15: receive_paths(self, paths, options=None)</a:t>
            </a:r>
          </a:p>
          <a:p xmlns:a="http://schemas.openxmlformats.org/drawingml/2006/main">
            <a:r>
              <a:t>  L16: receive_context(self, context)</a:t>
            </a:r>
          </a:p>
          <a:p xmlns:a="http://schemas.openxmlformats.org/drawingml/2006/main">
            <a:r>
              <a:t>  L26: current_context(self)</a:t>
            </a:r>
          </a:p>
          <a:p xmlns:a="http://schemas.openxmlformats.org/drawingml/2006/main">
            <a:r>
              <a:t>  L30: execute(self, command, payload=None)</a:t>
            </a:r>
          </a:p>
          <a:p xmlns:a="http://schemas.openxmlformats.org/drawingml/2006/main">
            <a:r>
              <a:t>  L40: subscribe(self, callback)</a:t>
            </a:r>
          </a:p>
          <a:p xmlns:a="http://schemas.openxmlformats.org/drawingml/2006/main">
            <a:r>
              <a:t>  L42: unsubscribe(self, callback)</a:t>
            </a:r>
          </a:p>
          <a:p xmlns:a="http://schemas.openxmlformats.org/drawingml/2006/main">
            <a:r>
              <a:t>  L44: emit(self, name, payload=None)</a:t>
            </a:r>
          </a:p>
          <a:p xmlns:a="http://schemas.openxmlformats.org/drawingml/2006/main">
            <a:r>
              <a:t>  L47: shutdown(self)</a:t>
            </a:r>
          </a:p>
          <a:p xmlns:a="http://schemas.openxmlformats.org/drawingml/2006/main">
            <a:r>
              <a:t>SHA256: 245a58d3cb287da2c6ff04479d92f5a3bc4940ec5f7cf1cf39a080e70657d745</a:t>
            </a:r>
          </a:p>
          <a:p xmlns:a="http://schemas.openxmlformats.org/drawingml/2006/main">
            <a:r>
              <a:t>参照：src/fileworkbench/ui/common.py</a:t>
            </a:r>
          </a:p>
          <a:p xmlns:a="http://schemas.openxmlformats.org/drawingml/2006/main">
            <a:r>
              <a:t>L11: class Job</a:t>
            </a:r>
          </a:p>
          <a:p xmlns:a="http://schemas.openxmlformats.org/drawingml/2006/main">
            <a:r>
              <a:t>  L13: __init__(self, fn, parent=None)</a:t>
            </a:r>
          </a:p>
          <a:p xmlns:a="http://schemas.openxmlformats.org/drawingml/2006/main">
            <a:r>
              <a:t>  L14: run(self)</a:t>
            </a:r>
          </a:p>
          <a:p xmlns:a="http://schemas.openxmlformats.org/drawingml/2006/main">
            <a:r>
              <a:t>L19: class ValueItem</a:t>
            </a:r>
          </a:p>
          <a:p xmlns:a="http://schemas.openxmlformats.org/drawingml/2006/main">
            <a:r>
              <a:t>  L20: __lt__(self, other)</a:t>
            </a:r>
          </a:p>
          <a:p xmlns:a="http://schemas.openxmlformats.org/drawingml/2006/main">
            <a:r>
              <a:t>L27: class FileTable</a:t>
            </a:r>
          </a:p>
          <a:p xmlns:a="http://schemas.openxmlformats.org/drawingml/2006/main">
            <a:r>
              <a:t>  L29: __init__(self, headers, key, parent=None)</a:t>
            </a:r>
          </a:p>
          <a:p xmlns:a="http://schemas.openxmlformats.org/drawingml/2006/main">
            <a:r>
              <a:t>  L39: fill(self, rows)</a:t>
            </a:r>
          </a:p>
          <a:p xmlns:a="http://schemas.openxmlformats.org/drawingml/2006/main">
            <a:r>
              <a:t>  L46: selected_rows(self)</a:t>
            </a:r>
          </a:p>
          <a:p xmlns:a="http://schemas.openxmlformats.org/drawingml/2006/main">
            <a:r>
              <a:t>  L47: visible_rows(self)</a:t>
            </a:r>
          </a:p>
          <a:p xmlns:a="http://schemas.openxmlformats.org/drawingml/2006/main">
            <a:r>
              <a:t>  L48: selected_paths(self)</a:t>
            </a:r>
          </a:p>
          <a:p xmlns:a="http://schemas.openxmlformats.org/drawingml/2006/main">
            <a:r>
              <a:t>  L49: startDrag(self, actions)</a:t>
            </a:r>
          </a:p>
          <a:p xmlns:a="http://schemas.openxmlformats.org/drawingml/2006/main">
            <a:r>
              <a:t>  L53: dragEnterEvent(self, event)</a:t>
            </a:r>
          </a:p>
          <a:p xmlns:a="http://schemas.openxmlformats.org/drawingml/2006/main">
            <a:r>
              <a:t>  L55: dragMoveEvent(self, event)</a:t>
            </a:r>
          </a:p>
          <a:p xmlns:a="http://schemas.openxmlformats.org/drawingml/2006/main">
            <a:r>
              <a:t>  L56: dropEvent(self, event)</a:t>
            </a:r>
          </a:p>
          <a:p xmlns:a="http://schemas.openxmlformats.org/drawingml/2006/main">
            <a:r>
              <a:t>  L59: reset_widths(self)</a:t>
            </a:r>
          </a:p>
          <a:p xmlns:a="http://schemas.openxmlformats.org/drawingml/2006/main">
            <a:r>
              <a:t>L62: class DropLabel</a:t>
            </a:r>
          </a:p>
          <a:p xmlns:a="http://schemas.openxmlformats.org/drawingml/2006/main">
            <a:r>
              <a:t>  L64: __init__(self, text='')</a:t>
            </a:r>
          </a:p>
          <a:p xmlns:a="http://schemas.openxmlformats.org/drawingml/2006/main">
            <a:r>
              <a:t>  L65: dragEnterEvent(self, e)</a:t>
            </a:r>
          </a:p>
          <a:p xmlns:a="http://schemas.openxmlformats.org/drawingml/2006/main">
            <a:r>
              <a:t>  L67: dropEvent(self, e)</a:t>
            </a:r>
          </a:p>
          <a:p xmlns:a="http://schemas.openxmlformats.org/drawingml/2006/main">
            <a:r>
              <a:t>L71: class ModuleWidget</a:t>
            </a:r>
          </a:p>
          <a:p xmlns:a="http://schemas.openxmlformats.org/drawingml/2006/main">
            <a:r>
              <a:t>  L74: __init__(self, services)</a:t>
            </a:r>
          </a:p>
          <a:p xmlns:a="http://schemas.openxmlformats.org/drawingml/2006/main">
            <a:r>
              <a:t>  L82: footer(self, layout)</a:t>
            </a:r>
          </a:p>
          <a:p xmlns:a="http://schemas.openxmlformats.org/drawingml/2006/main">
            <a:r>
              <a:t>  L84: busy(self)</a:t>
            </a:r>
          </a:p>
          <a:p xmlns:a="http://schemas.openxmlformats.org/drawingml/2006/main">
            <a:r>
              <a:t>  L85: run_job(self, fn, done)</a:t>
            </a:r>
          </a:p>
          <a:p xmlns:a="http://schemas.openxmlformats.org/drawingml/2006/main">
            <a:r>
              <a:t>  L93: _receive_result(self, value)</a:t>
            </a:r>
          </a:p>
          <a:p xmlns:a="http://schemas.openxmlformats.org/drawingml/2006/main">
            <a:r>
              <a:t>  L94: _receive_error(self, error)</a:t>
            </a:r>
          </a:p>
          <a:p xmlns:a="http://schemas.openxmlformats.org/drawingml/2006/main">
            <a:r>
              <a:t>  L95: _progress(self, row)</a:t>
            </a:r>
          </a:p>
          <a:p xmlns:a="http://schemas.openxmlformats.org/drawingml/2006/main">
            <a:r>
              <a:t>  L99: _finished(self)</a:t>
            </a:r>
          </a:p>
          <a:p xmlns:a="http://schemas.openxmlformats.org/drawingml/2006/main">
            <a:r>
              <a:t>  L110: cancel(self)</a:t>
            </a:r>
          </a:p>
          <a:p xmlns:a="http://schemas.openxmlformats.org/drawingml/2006/main">
            <a:r>
              <a:t>  L112: selected_paths(self)</a:t>
            </a:r>
          </a:p>
          <a:p xmlns:a="http://schemas.openxmlformats.org/drawingml/2006/main">
            <a:r>
              <a:t>  L113: receive_paths(self, paths, options=None)</a:t>
            </a:r>
          </a:p>
          <a:p xmlns:a="http://schemas.openxmlformats.org/drawingml/2006/main">
            <a:r>
              <a:t>  L116: dragEnterEvent(self, event)</a:t>
            </a:r>
          </a:p>
          <a:p xmlns:a="http://schemas.openxmlformats.org/drawingml/2006/main">
            <a:r>
              <a:t>  L118: dropEvent(self, event)</a:t>
            </a:r>
          </a:p>
          <a:p xmlns:a="http://schemas.openxmlformats.org/drawingml/2006/main">
            <a:r>
              <a:t>  L121: file_menu(self, table, pos)</a:t>
            </a:r>
          </a:p>
          <a:p xmlns:a="http://schemas.openxmlformats.org/drawingml/2006/main">
            <a:r>
              <a:t>  L131: changed(self, results)</a:t>
            </a:r>
          </a:p>
          <a:p xmlns:a="http://schemas.openxmlformats.org/drawingml/2006/main">
            <a:r>
              <a:t>  L135: files_changed(self, results)</a:t>
            </a:r>
          </a:p>
          <a:p xmlns:a="http://schemas.openxmlformats.org/drawingml/2006/main">
            <a:r>
              <a:t>  L163: closeEvent(self, event)</a:t>
            </a:r>
          </a:p>
          <a:p xmlns:a="http://schemas.openxmlformats.org/drawingml/2006/main">
            <a:r>
              <a:t>  L166: save_state(self)</a:t>
            </a:r>
          </a:p>
          <a:p xmlns:a="http://schemas.openxmlformats.org/drawingml/2006/main">
            <a:r>
              <a:t>  L173: restore_state(self)</a:t>
            </a:r>
          </a:p>
          <a:p xmlns:a="http://schemas.openxmlformats.org/drawingml/2006/main">
            <a:r>
              <a:t>L182: table_settings(parent)</a:t>
            </a:r>
          </a:p>
          <a:p xmlns:a="http://schemas.openxmlformats.org/drawingml/2006/main">
            <a:r>
              <a:t>L187: restore_sort(header, settings, key)</a:t>
            </a:r>
          </a:p>
          <a:p xmlns:a="http://schemas.openxmlformats.org/drawingml/2006/main">
            <a:r>
              <a:t>L197: class TreeItem</a:t>
            </a:r>
          </a:p>
          <a:p xmlns:a="http://schemas.openxmlformats.org/drawingml/2006/main">
            <a:r>
              <a:t>  L198: __lt__(self, other)</a:t>
            </a:r>
          </a:p>
          <a:p xmlns:a="http://schemas.openxmlformats.org/drawingml/2006/main">
            <a:r>
              <a:t>L204: class FileTree</a:t>
            </a:r>
          </a:p>
          <a:p xmlns:a="http://schemas.openxmlformats.org/drawingml/2006/main">
            <a:r>
              <a:t>  L206: __init__(self, parent=None)</a:t>
            </a:r>
          </a:p>
          <a:p xmlns:a="http://schemas.openxmlformats.org/drawingml/2006/main">
            <a:r>
              <a:t>  L214: selected_paths(self)</a:t>
            </a:r>
          </a:p>
          <a:p xmlns:a="http://schemas.openxmlformats.org/drawingml/2006/main">
            <a:r>
              <a:t>  L215: startDrag(self, actions)</a:t>
            </a:r>
          </a:p>
          <a:p xmlns:a="http://schemas.openxmlformats.org/drawingml/2006/main">
            <a:r>
              <a:t>  L217: dragEnterEvent(self, e)</a:t>
            </a:r>
          </a:p>
          <a:p xmlns:a="http://schemas.openxmlformats.org/drawingml/2006/main">
            <a:r>
              <a:t>  L219: dragMoveEvent(self, e)</a:t>
            </a:r>
          </a:p>
          <a:p xmlns:a="http://schemas.openxmlformats.org/drawingml/2006/main">
            <a:r>
              <a:t>  L220: dropEvent(self, e)</a:t>
            </a:r>
          </a:p>
          <a:p xmlns:a="http://schemas.openxmlformats.org/drawingml/2006/main">
            <a:r>
              <a:t>  L223: reset_widths(self)</a:t>
            </a:r>
          </a:p>
          <a:p xmlns:a="http://schemas.openxmlformats.org/drawingml/2006/main">
            <a:r>
              <a:t>SHA256: a230d135d94d3d34d644365f8f7882e2bc500ca6dbc6c2d402ed445691ba4118</a:t>
            </a:r>
          </a:p>
          <a:p xmlns:a="http://schemas.openxmlformats.org/drawingml/2006/main">
            <a:r>
              <a:t>参照：src/fileworkbench/core/services.py</a:t>
            </a:r>
          </a:p>
          <a:p xmlns:a="http://schemas.openxmlformats.org/drawingml/2006/main">
            <a:r>
              <a:t>L10: class Services</a:t>
            </a:r>
          </a:p>
          <a:p xmlns:a="http://schemas.openxmlformats.org/drawingml/2006/main">
            <a:r>
              <a:t>  L12: __init__(self, store=None, recycle=None)</a:t>
            </a:r>
          </a:p>
          <a:p xmlns:a="http://schemas.openxmlformats.org/drawingml/2006/main">
            <a:r>
              <a:t>  L14: register(self, widget)</a:t>
            </a:r>
          </a:p>
          <a:p xmlns:a="http://schemas.openxmlformats.org/drawingml/2006/main">
            <a:r>
              <a:t>  L15: busy(self)</a:t>
            </a:r>
          </a:p>
          <a:p xmlns:a="http://schemas.openxmlformats.org/drawingml/2006/main">
            <a:r>
              <a:t>  L16: notify_changes(self, results)</a:t>
            </a:r>
          </a:p>
          <a:p xmlns:a="http://schemas.openxmlformats.org/drawingml/2006/main">
            <a:r>
              <a:t>  L17: action(self, owner, command, paths, destination=None, collision='skip', confirm=True)</a:t>
            </a:r>
          </a:p>
          <a:p xmlns:a="http://schemas.openxmlformats.org/drawingml/2006/main">
            <a:r>
              <a:t>SHA256: 648b13010639ce4952f98c58b7cbb83eb9aaaa4a0c1ee018fb42c31be7d8baea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参照：src/fileworkbench/interfaces/adapter.py</a:t>
            </a:r>
          </a:p>
          <a:p xmlns:a="http://schemas.openxmlformats.org/drawingml/2006/main">
            <a:r>
              <a:t>L5: class WidgetModuleAdapter</a:t>
            </a:r>
          </a:p>
          <a:p xmlns:a="http://schemas.openxmlformats.org/drawingml/2006/main">
            <a:r>
              <a:t>  L6: __init__(self, descriptor, widget_class, services, commands)</a:t>
            </a:r>
          </a:p>
          <a:p xmlns:a="http://schemas.openxmlformats.org/drawingml/2006/main">
            <a:r>
              <a:t>  L8: create_widget(self, parent=None)</a:t>
            </a:r>
          </a:p>
          <a:p xmlns:a="http://schemas.openxmlformats.org/drawingml/2006/main">
            <a:r>
              <a:t>  L12: _event(self, name, payload)</a:t>
            </a:r>
          </a:p>
          <a:p xmlns:a="http://schemas.openxmlformats.org/drawingml/2006/main">
            <a:r>
              <a:t>  L15: receive_paths(self, paths, options=None)</a:t>
            </a:r>
          </a:p>
          <a:p xmlns:a="http://schemas.openxmlformats.org/drawingml/2006/main">
            <a:r>
              <a:t>  L16: receive_context(self, context)</a:t>
            </a:r>
          </a:p>
          <a:p xmlns:a="http://schemas.openxmlformats.org/drawingml/2006/main">
            <a:r>
              <a:t>  L26: current_context(self)</a:t>
            </a:r>
          </a:p>
          <a:p xmlns:a="http://schemas.openxmlformats.org/drawingml/2006/main">
            <a:r>
              <a:t>  L30: execute(self, command, payload=None)</a:t>
            </a:r>
          </a:p>
          <a:p xmlns:a="http://schemas.openxmlformats.org/drawingml/2006/main">
            <a:r>
              <a:t>  L40: subscribe(self, callback)</a:t>
            </a:r>
          </a:p>
          <a:p xmlns:a="http://schemas.openxmlformats.org/drawingml/2006/main">
            <a:r>
              <a:t>  L42: unsubscribe(self, callback)</a:t>
            </a:r>
          </a:p>
          <a:p xmlns:a="http://schemas.openxmlformats.org/drawingml/2006/main">
            <a:r>
              <a:t>  L44: emit(self, name, payload=None)</a:t>
            </a:r>
          </a:p>
          <a:p xmlns:a="http://schemas.openxmlformats.org/drawingml/2006/main">
            <a:r>
              <a:t>  L47: shutdown(self)</a:t>
            </a:r>
          </a:p>
          <a:p xmlns:a="http://schemas.openxmlformats.org/drawingml/2006/main">
            <a:r>
              <a:t>SHA256: 245a58d3cb287da2c6ff04479d92f5a3bc4940ec5f7cf1cf39a080e70657d745</a:t>
            </a:r>
          </a:p>
          <a:p xmlns:a="http://schemas.openxmlformats.org/drawingml/2006/main">
            <a:r>
              <a:t>参照：src/fileworkbench/ui/standalone.py</a:t>
            </a:r>
          </a:p>
          <a:p xmlns:a="http://schemas.openxmlformats.org/drawingml/2006/main">
            <a:r>
              <a:t>L7: class StandaloneWindow</a:t>
            </a:r>
          </a:p>
          <a:p xmlns:a="http://schemas.openxmlformats.org/drawingml/2006/main">
            <a:r>
              <a:t>  L8: __init__(self, module_id, services=None, parent=None)</a:t>
            </a:r>
          </a:p>
          <a:p xmlns:a="http://schemas.openxmlformats.org/drawingml/2006/main">
            <a:r>
              <a:t>  L19: send_requested(self, module_id, paths)</a:t>
            </a:r>
          </a:p>
          <a:p xmlns:a="http://schemas.openxmlformats.org/drawingml/2006/main">
            <a:r>
              <a:t>  L26: preview_requested(self, pairs, side)</a:t>
            </a:r>
          </a:p>
          <a:p xmlns:a="http://schemas.openxmlformats.org/drawingml/2006/main">
            <a:r>
              <a:t>  L30: closeEvent(self, event)</a:t>
            </a:r>
          </a:p>
          <a:p xmlns:a="http://schemas.openxmlformats.org/drawingml/2006/main">
            <a:r>
              <a:t>SHA256: 602be7b6d21664e1da454e2896e4ae94ead4a0c39f8104382e25243d1bc4d265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参照：src/fileworkbench/ui/common.py</a:t>
            </a:r>
          </a:p>
          <a:p xmlns:a="http://schemas.openxmlformats.org/drawingml/2006/main">
            <a:r>
              <a:t>L11: class Job</a:t>
            </a:r>
          </a:p>
          <a:p xmlns:a="http://schemas.openxmlformats.org/drawingml/2006/main">
            <a:r>
              <a:t>  L13: __init__(self, fn, parent=None)</a:t>
            </a:r>
          </a:p>
          <a:p xmlns:a="http://schemas.openxmlformats.org/drawingml/2006/main">
            <a:r>
              <a:t>  L14: run(self)</a:t>
            </a:r>
          </a:p>
          <a:p xmlns:a="http://schemas.openxmlformats.org/drawingml/2006/main">
            <a:r>
              <a:t>L19: class ValueItem</a:t>
            </a:r>
          </a:p>
          <a:p xmlns:a="http://schemas.openxmlformats.org/drawingml/2006/main">
            <a:r>
              <a:t>  L20: __lt__(self, other)</a:t>
            </a:r>
          </a:p>
          <a:p xmlns:a="http://schemas.openxmlformats.org/drawingml/2006/main">
            <a:r>
              <a:t>L27: class FileTable</a:t>
            </a:r>
          </a:p>
          <a:p xmlns:a="http://schemas.openxmlformats.org/drawingml/2006/main">
            <a:r>
              <a:t>  L29: __init__(self, headers, key, parent=None)</a:t>
            </a:r>
          </a:p>
          <a:p xmlns:a="http://schemas.openxmlformats.org/drawingml/2006/main">
            <a:r>
              <a:t>  L39: fill(self, rows)</a:t>
            </a:r>
          </a:p>
          <a:p xmlns:a="http://schemas.openxmlformats.org/drawingml/2006/main">
            <a:r>
              <a:t>  L46: selected_rows(self)</a:t>
            </a:r>
          </a:p>
          <a:p xmlns:a="http://schemas.openxmlformats.org/drawingml/2006/main">
            <a:r>
              <a:t>  L47: visible_rows(self)</a:t>
            </a:r>
          </a:p>
          <a:p xmlns:a="http://schemas.openxmlformats.org/drawingml/2006/main">
            <a:r>
              <a:t>  L48: selected_paths(self)</a:t>
            </a:r>
          </a:p>
          <a:p xmlns:a="http://schemas.openxmlformats.org/drawingml/2006/main">
            <a:r>
              <a:t>  L49: startDrag(self, actions)</a:t>
            </a:r>
          </a:p>
          <a:p xmlns:a="http://schemas.openxmlformats.org/drawingml/2006/main">
            <a:r>
              <a:t>  L53: dragEnterEvent(self, event)</a:t>
            </a:r>
          </a:p>
          <a:p xmlns:a="http://schemas.openxmlformats.org/drawingml/2006/main">
            <a:r>
              <a:t>  L55: dragMoveEvent(self, event)</a:t>
            </a:r>
          </a:p>
          <a:p xmlns:a="http://schemas.openxmlformats.org/drawingml/2006/main">
            <a:r>
              <a:t>  L56: dropEvent(self, event)</a:t>
            </a:r>
          </a:p>
          <a:p xmlns:a="http://schemas.openxmlformats.org/drawingml/2006/main">
            <a:r>
              <a:t>  L59: reset_widths(self)</a:t>
            </a:r>
          </a:p>
          <a:p xmlns:a="http://schemas.openxmlformats.org/drawingml/2006/main">
            <a:r>
              <a:t>L62: class DropLabel</a:t>
            </a:r>
          </a:p>
          <a:p xmlns:a="http://schemas.openxmlformats.org/drawingml/2006/main">
            <a:r>
              <a:t>  L64: __init__(self, text='')</a:t>
            </a:r>
          </a:p>
          <a:p xmlns:a="http://schemas.openxmlformats.org/drawingml/2006/main">
            <a:r>
              <a:t>  L65: dragEnterEvent(self, e)</a:t>
            </a:r>
          </a:p>
          <a:p xmlns:a="http://schemas.openxmlformats.org/drawingml/2006/main">
            <a:r>
              <a:t>  L67: dropEvent(self, e)</a:t>
            </a:r>
          </a:p>
          <a:p xmlns:a="http://schemas.openxmlformats.org/drawingml/2006/main">
            <a:r>
              <a:t>L71: class ModuleWidget</a:t>
            </a:r>
          </a:p>
          <a:p xmlns:a="http://schemas.openxmlformats.org/drawingml/2006/main">
            <a:r>
              <a:t>  L74: __init__(self, services)</a:t>
            </a:r>
          </a:p>
          <a:p xmlns:a="http://schemas.openxmlformats.org/drawingml/2006/main">
            <a:r>
              <a:t>  L82: footer(self, layout)</a:t>
            </a:r>
          </a:p>
          <a:p xmlns:a="http://schemas.openxmlformats.org/drawingml/2006/main">
            <a:r>
              <a:t>  L84: busy(self)</a:t>
            </a:r>
          </a:p>
          <a:p xmlns:a="http://schemas.openxmlformats.org/drawingml/2006/main">
            <a:r>
              <a:t>  L85: run_job(self, fn, done)</a:t>
            </a:r>
          </a:p>
          <a:p xmlns:a="http://schemas.openxmlformats.org/drawingml/2006/main">
            <a:r>
              <a:t>  L93: _receive_result(self, value)</a:t>
            </a:r>
          </a:p>
          <a:p xmlns:a="http://schemas.openxmlformats.org/drawingml/2006/main">
            <a:r>
              <a:t>  L94: _receive_error(self, error)</a:t>
            </a:r>
          </a:p>
          <a:p xmlns:a="http://schemas.openxmlformats.org/drawingml/2006/main">
            <a:r>
              <a:t>  L95: _progress(self, row)</a:t>
            </a:r>
          </a:p>
          <a:p xmlns:a="http://schemas.openxmlformats.org/drawingml/2006/main">
            <a:r>
              <a:t>  L99: _finished(self)</a:t>
            </a:r>
          </a:p>
          <a:p xmlns:a="http://schemas.openxmlformats.org/drawingml/2006/main">
            <a:r>
              <a:t>  L110: cancel(self)</a:t>
            </a:r>
          </a:p>
          <a:p xmlns:a="http://schemas.openxmlformats.org/drawingml/2006/main">
            <a:r>
              <a:t>  L112: selected_paths(self)</a:t>
            </a:r>
          </a:p>
          <a:p xmlns:a="http://schemas.openxmlformats.org/drawingml/2006/main">
            <a:r>
              <a:t>  L113: receive_paths(self, paths, options=None)</a:t>
            </a:r>
          </a:p>
          <a:p xmlns:a="http://schemas.openxmlformats.org/drawingml/2006/main">
            <a:r>
              <a:t>  L116: dragEnterEvent(self, event)</a:t>
            </a:r>
          </a:p>
          <a:p xmlns:a="http://schemas.openxmlformats.org/drawingml/2006/main">
            <a:r>
              <a:t>  L118: dropEvent(self, event)</a:t>
            </a:r>
          </a:p>
          <a:p xmlns:a="http://schemas.openxmlformats.org/drawingml/2006/main">
            <a:r>
              <a:t>  L121: file_menu(self, table, pos)</a:t>
            </a:r>
          </a:p>
          <a:p xmlns:a="http://schemas.openxmlformats.org/drawingml/2006/main">
            <a:r>
              <a:t>  L131: changed(self, results)</a:t>
            </a:r>
          </a:p>
          <a:p xmlns:a="http://schemas.openxmlformats.org/drawingml/2006/main">
            <a:r>
              <a:t>  L135: files_changed(self, results)</a:t>
            </a:r>
          </a:p>
          <a:p xmlns:a="http://schemas.openxmlformats.org/drawingml/2006/main">
            <a:r>
              <a:t>  L163: closeEvent(self, event)</a:t>
            </a:r>
          </a:p>
          <a:p xmlns:a="http://schemas.openxmlformats.org/drawingml/2006/main">
            <a:r>
              <a:t>  L166: save_state(self)</a:t>
            </a:r>
          </a:p>
          <a:p xmlns:a="http://schemas.openxmlformats.org/drawingml/2006/main">
            <a:r>
              <a:t>  L173: restore_state(self)</a:t>
            </a:r>
          </a:p>
          <a:p xmlns:a="http://schemas.openxmlformats.org/drawingml/2006/main">
            <a:r>
              <a:t>L182: table_settings(parent)</a:t>
            </a:r>
          </a:p>
          <a:p xmlns:a="http://schemas.openxmlformats.org/drawingml/2006/main">
            <a:r>
              <a:t>L187: restore_sort(header, settings, key)</a:t>
            </a:r>
          </a:p>
          <a:p xmlns:a="http://schemas.openxmlformats.org/drawingml/2006/main">
            <a:r>
              <a:t>L197: class TreeItem</a:t>
            </a:r>
          </a:p>
          <a:p xmlns:a="http://schemas.openxmlformats.org/drawingml/2006/main">
            <a:r>
              <a:t>  L198: __lt__(self, other)</a:t>
            </a:r>
          </a:p>
          <a:p xmlns:a="http://schemas.openxmlformats.org/drawingml/2006/main">
            <a:r>
              <a:t>L204: class FileTree</a:t>
            </a:r>
          </a:p>
          <a:p xmlns:a="http://schemas.openxmlformats.org/drawingml/2006/main">
            <a:r>
              <a:t>  L206: __init__(self, parent=None)</a:t>
            </a:r>
          </a:p>
          <a:p xmlns:a="http://schemas.openxmlformats.org/drawingml/2006/main">
            <a:r>
              <a:t>  L214: selected_paths(self)</a:t>
            </a:r>
          </a:p>
          <a:p xmlns:a="http://schemas.openxmlformats.org/drawingml/2006/main">
            <a:r>
              <a:t>  L215: startDrag(self, actions)</a:t>
            </a:r>
          </a:p>
          <a:p xmlns:a="http://schemas.openxmlformats.org/drawingml/2006/main">
            <a:r>
              <a:t>  L217: dragEnterEvent(self, e)</a:t>
            </a:r>
          </a:p>
          <a:p xmlns:a="http://schemas.openxmlformats.org/drawingml/2006/main">
            <a:r>
              <a:t>  L219: dragMoveEvent(self, e)</a:t>
            </a:r>
          </a:p>
          <a:p xmlns:a="http://schemas.openxmlformats.org/drawingml/2006/main">
            <a:r>
              <a:t>  L220: dropEvent(self, e)</a:t>
            </a:r>
          </a:p>
          <a:p xmlns:a="http://schemas.openxmlformats.org/drawingml/2006/main">
            <a:r>
              <a:t>  L223: reset_widths(self)</a:t>
            </a:r>
          </a:p>
          <a:p xmlns:a="http://schemas.openxmlformats.org/drawingml/2006/main">
            <a:r>
              <a:t>SHA256: a230d135d94d3d34d644365f8f7882e2bc500ca6dbc6c2d402ed445691ba4118</a:t>
            </a:r>
          </a:p>
          <a:p xmlns:a="http://schemas.openxmlformats.org/drawingml/2006/main">
            <a:r>
              <a:t>参照：src/fileworkbench/core/files.py</a:t>
            </a:r>
          </a:p>
          <a:p xmlns:a="http://schemas.openxmlformats.org/drawingml/2006/main">
            <a:r>
              <a:t>L9: class Cancelled</a:t>
            </a:r>
          </a:p>
          <a:p xmlns:a="http://schemas.openxmlformats.org/drawingml/2006/main">
            <a:r>
              <a:t>L11: check(cancel)</a:t>
            </a:r>
          </a:p>
          <a:p xmlns:a="http://schemas.openxmlformats.org/drawingml/2006/main">
            <a:r>
              <a:t>L14: scan_error(error)</a:t>
            </a:r>
          </a:p>
          <a:p xmlns:a="http://schemas.openxmlformats.org/drawingml/2006/main">
            <a:r>
              <a:t>L17: collect(paths, cancel=None, exclusions=(), progress=None)</a:t>
            </a:r>
          </a:p>
          <a:p xmlns:a="http://schemas.openxmlformats.org/drawingml/2006/main">
            <a:r>
              <a:t>L36: digest(path, cancel=None, progress=None)</a:t>
            </a:r>
          </a:p>
          <a:p xmlns:a="http://schemas.openxmlformats.org/drawingml/2006/main">
            <a:r>
              <a:t>L46: fingerprint(path, cancel=None)</a:t>
            </a:r>
          </a:p>
          <a:p xmlns:a="http://schemas.openxmlformats.org/drawingml/2006/main">
            <a:r>
              <a:t>L61: unique(path, reserved=())</a:t>
            </a:r>
          </a:p>
          <a:p xmlns:a="http://schemas.openxmlformats.org/drawingml/2006/main">
            <a:r>
              <a:t>L67: no_replace(src, dst)</a:t>
            </a:r>
          </a:p>
          <a:p xmlns:a="http://schemas.openxmlformats.org/drawingml/2006/main">
            <a:r>
              <a:t>L83: copy_exclusive(src, dst, cancel=None)</a:t>
            </a:r>
          </a:p>
          <a:p xmlns:a="http://schemas.openxmlformats.org/drawingml/2006/main">
            <a:r>
              <a:t>L99: move_exclusive(src, dst, cancel=None)</a:t>
            </a:r>
          </a:p>
          <a:p xmlns:a="http://schemas.openxmlformats.org/drawingml/2006/main">
            <a:r>
              <a:t>L110: top_paths(paths)</a:t>
            </a:r>
          </a:p>
          <a:p xmlns:a="http://schemas.openxmlformats.org/drawingml/2006/main">
            <a:r>
              <a:t>L120: matches_quick(path, kind)</a:t>
            </a:r>
          </a:p>
          <a:p xmlns:a="http://schemas.openxmlformats.org/drawingml/2006/main">
            <a:r>
              <a:t>L124: rename_case(src, dst, cancel=None)</a:t>
            </a:r>
          </a:p>
          <a:p xmlns:a="http://schemas.openxmlformats.org/drawingml/2006/main">
            <a:r>
              <a:t>SHA256: d6e1fa698f44e1b1ce6437a80866c98b684186344f95b5c4ab17d6ca669fbcd5</a:t>
            </a:r>
          </a:p>
          <a:p xmlns:a="http://schemas.openxmlformats.org/drawingml/2006/main">
            <a:r>
              <a:t>参照：src/fileworkbench/core/operations.py</a:t>
            </a:r>
          </a:p>
          <a:p xmlns:a="http://schemas.openxmlformats.org/drawingml/2006/main">
            <a:r>
              <a:t>L9: class Operations</a:t>
            </a:r>
          </a:p>
          <a:p xmlns:a="http://schemas.openxmlformats.org/drawingml/2006/main">
            <a:r>
              <a:t>  L10: __init__(self, store, recycle=None)</a:t>
            </a:r>
          </a:p>
          <a:p xmlns:a="http://schemas.openxmlformats.org/drawingml/2006/main">
            <a:r>
              <a:t>  L11: begin(self, operation, source, target='')</a:t>
            </a:r>
          </a:p>
          <a:p xmlns:a="http://schemas.openxmlformats.org/drawingml/2006/main">
            <a:r>
              <a:t>  L15: batch(self, operation, paths, destination=None, collision='skip', cancel=None, progress=None)</a:t>
            </a:r>
          </a:p>
          <a:p xmlns:a="http://schemas.openxmlformats.org/drawingml/2006/main">
            <a:r>
              <a:t>  L44: rename(self, rows, cancel=None, progress=None)</a:t>
            </a:r>
          </a:p>
          <a:p xmlns:a="http://schemas.openxmlformats.org/drawingml/2006/main">
            <a:r>
              <a:t>  L59: undo(self, ids, cancel=None, progress=None)</a:t>
            </a:r>
          </a:p>
          <a:p xmlns:a="http://schemas.openxmlformats.org/drawingml/2006/main">
            <a:r>
              <a:t>  L79: restore_plan(self, entries, destination=None, create_parent=False, collision='skip')</a:t>
            </a:r>
          </a:p>
          <a:p xmlns:a="http://schemas.openxmlformats.org/drawingml/2006/main">
            <a:r>
              <a:t>  L91: restore(self, plans, create_parent=False, cancel=None, progress=None)</a:t>
            </a:r>
          </a:p>
          <a:p xmlns:a="http://schemas.openxmlformats.org/drawingml/2006/main">
            <a:r>
              <a:t>  L106: export(self, path)</a:t>
            </a:r>
          </a:p>
          <a:p xmlns:a="http://schemas.openxmlformats.org/drawingml/2006/main">
            <a:r>
              <a:t>SHA256: fd43efa0e9ad496500805e8a22ea998faa5c6c74cddbc218c148f879250882a0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参照：src/fileworkbench/core/changes.py</a:t>
            </a:r>
          </a:p>
          <a:p xmlns:a="http://schemas.openxmlformats.org/drawingml/2006/main">
            <a:r>
              <a:t>L4: updated_path(raw, results)</a:t>
            </a:r>
          </a:p>
          <a:p xmlns:a="http://schemas.openxmlformats.org/drawingml/2006/main">
            <a:r>
              <a:t>SHA256: ccd0b3e991b6927e05428bd6bef685aed9ab4f4be7782fc580b19f2ff9678e4c</a:t>
            </a:r>
          </a:p>
          <a:p xmlns:a="http://schemas.openxmlformats.org/drawingml/2006/main">
            <a:r>
              <a:t>参照：src/fileworkbench/ui/common.py</a:t>
            </a:r>
          </a:p>
          <a:p xmlns:a="http://schemas.openxmlformats.org/drawingml/2006/main">
            <a:r>
              <a:t>L11: class Job</a:t>
            </a:r>
          </a:p>
          <a:p xmlns:a="http://schemas.openxmlformats.org/drawingml/2006/main">
            <a:r>
              <a:t>  L13: __init__(self, fn, parent=None)</a:t>
            </a:r>
          </a:p>
          <a:p xmlns:a="http://schemas.openxmlformats.org/drawingml/2006/main">
            <a:r>
              <a:t>  L14: run(self)</a:t>
            </a:r>
          </a:p>
          <a:p xmlns:a="http://schemas.openxmlformats.org/drawingml/2006/main">
            <a:r>
              <a:t>L19: class ValueItem</a:t>
            </a:r>
          </a:p>
          <a:p xmlns:a="http://schemas.openxmlformats.org/drawingml/2006/main">
            <a:r>
              <a:t>  L20: __lt__(self, other)</a:t>
            </a:r>
          </a:p>
          <a:p xmlns:a="http://schemas.openxmlformats.org/drawingml/2006/main">
            <a:r>
              <a:t>L27: class FileTable</a:t>
            </a:r>
          </a:p>
          <a:p xmlns:a="http://schemas.openxmlformats.org/drawingml/2006/main">
            <a:r>
              <a:t>  L29: __init__(self, headers, key, parent=None)</a:t>
            </a:r>
          </a:p>
          <a:p xmlns:a="http://schemas.openxmlformats.org/drawingml/2006/main">
            <a:r>
              <a:t>  L39: fill(self, rows)</a:t>
            </a:r>
          </a:p>
          <a:p xmlns:a="http://schemas.openxmlformats.org/drawingml/2006/main">
            <a:r>
              <a:t>  L46: selected_rows(self)</a:t>
            </a:r>
          </a:p>
          <a:p xmlns:a="http://schemas.openxmlformats.org/drawingml/2006/main">
            <a:r>
              <a:t>  L47: visible_rows(self)</a:t>
            </a:r>
          </a:p>
          <a:p xmlns:a="http://schemas.openxmlformats.org/drawingml/2006/main">
            <a:r>
              <a:t>  L48: selected_paths(self)</a:t>
            </a:r>
          </a:p>
          <a:p xmlns:a="http://schemas.openxmlformats.org/drawingml/2006/main">
            <a:r>
              <a:t>  L49: startDrag(self, actions)</a:t>
            </a:r>
          </a:p>
          <a:p xmlns:a="http://schemas.openxmlformats.org/drawingml/2006/main">
            <a:r>
              <a:t>  L53: dragEnterEvent(self, event)</a:t>
            </a:r>
          </a:p>
          <a:p xmlns:a="http://schemas.openxmlformats.org/drawingml/2006/main">
            <a:r>
              <a:t>  L55: dragMoveEvent(self, event)</a:t>
            </a:r>
          </a:p>
          <a:p xmlns:a="http://schemas.openxmlformats.org/drawingml/2006/main">
            <a:r>
              <a:t>  L56: dropEvent(self, event)</a:t>
            </a:r>
          </a:p>
          <a:p xmlns:a="http://schemas.openxmlformats.org/drawingml/2006/main">
            <a:r>
              <a:t>  L59: reset_widths(self)</a:t>
            </a:r>
          </a:p>
          <a:p xmlns:a="http://schemas.openxmlformats.org/drawingml/2006/main">
            <a:r>
              <a:t>L62: class DropLabel</a:t>
            </a:r>
          </a:p>
          <a:p xmlns:a="http://schemas.openxmlformats.org/drawingml/2006/main">
            <a:r>
              <a:t>  L64: __init__(self, text='')</a:t>
            </a:r>
          </a:p>
          <a:p xmlns:a="http://schemas.openxmlformats.org/drawingml/2006/main">
            <a:r>
              <a:t>  L65: dragEnterEvent(self, e)</a:t>
            </a:r>
          </a:p>
          <a:p xmlns:a="http://schemas.openxmlformats.org/drawingml/2006/main">
            <a:r>
              <a:t>  L67: dropEvent(self, e)</a:t>
            </a:r>
          </a:p>
          <a:p xmlns:a="http://schemas.openxmlformats.org/drawingml/2006/main">
            <a:r>
              <a:t>L71: class ModuleWidget</a:t>
            </a:r>
          </a:p>
          <a:p xmlns:a="http://schemas.openxmlformats.org/drawingml/2006/main">
            <a:r>
              <a:t>  L74: __init__(self, services)</a:t>
            </a:r>
          </a:p>
          <a:p xmlns:a="http://schemas.openxmlformats.org/drawingml/2006/main">
            <a:r>
              <a:t>  L82: footer(self, layout)</a:t>
            </a:r>
          </a:p>
          <a:p xmlns:a="http://schemas.openxmlformats.org/drawingml/2006/main">
            <a:r>
              <a:t>  L84: busy(self)</a:t>
            </a:r>
          </a:p>
          <a:p xmlns:a="http://schemas.openxmlformats.org/drawingml/2006/main">
            <a:r>
              <a:t>  L85: run_job(self, fn, done)</a:t>
            </a:r>
          </a:p>
          <a:p xmlns:a="http://schemas.openxmlformats.org/drawingml/2006/main">
            <a:r>
              <a:t>  L93: _receive_result(self, value)</a:t>
            </a:r>
          </a:p>
          <a:p xmlns:a="http://schemas.openxmlformats.org/drawingml/2006/main">
            <a:r>
              <a:t>  L94: _receive_error(self, error)</a:t>
            </a:r>
          </a:p>
          <a:p xmlns:a="http://schemas.openxmlformats.org/drawingml/2006/main">
            <a:r>
              <a:t>  L95: _progress(self, row)</a:t>
            </a:r>
          </a:p>
          <a:p xmlns:a="http://schemas.openxmlformats.org/drawingml/2006/main">
            <a:r>
              <a:t>  L99: _finished(self)</a:t>
            </a:r>
          </a:p>
          <a:p xmlns:a="http://schemas.openxmlformats.org/drawingml/2006/main">
            <a:r>
              <a:t>  L110: cancel(self)</a:t>
            </a:r>
          </a:p>
          <a:p xmlns:a="http://schemas.openxmlformats.org/drawingml/2006/main">
            <a:r>
              <a:t>  L112: selected_paths(self)</a:t>
            </a:r>
          </a:p>
          <a:p xmlns:a="http://schemas.openxmlformats.org/drawingml/2006/main">
            <a:r>
              <a:t>  L113: receive_paths(self, paths, options=None)</a:t>
            </a:r>
          </a:p>
          <a:p xmlns:a="http://schemas.openxmlformats.org/drawingml/2006/main">
            <a:r>
              <a:t>  L116: dragEnterEvent(self, event)</a:t>
            </a:r>
          </a:p>
          <a:p xmlns:a="http://schemas.openxmlformats.org/drawingml/2006/main">
            <a:r>
              <a:t>  L118: dropEvent(self, event)</a:t>
            </a:r>
          </a:p>
          <a:p xmlns:a="http://schemas.openxmlformats.org/drawingml/2006/main">
            <a:r>
              <a:t>  L121: file_menu(self, table, pos)</a:t>
            </a:r>
          </a:p>
          <a:p xmlns:a="http://schemas.openxmlformats.org/drawingml/2006/main">
            <a:r>
              <a:t>  L131: changed(self, results)</a:t>
            </a:r>
          </a:p>
          <a:p xmlns:a="http://schemas.openxmlformats.org/drawingml/2006/main">
            <a:r>
              <a:t>  L135: files_changed(self, results)</a:t>
            </a:r>
          </a:p>
          <a:p xmlns:a="http://schemas.openxmlformats.org/drawingml/2006/main">
            <a:r>
              <a:t>  L163: closeEvent(self, event)</a:t>
            </a:r>
          </a:p>
          <a:p xmlns:a="http://schemas.openxmlformats.org/drawingml/2006/main">
            <a:r>
              <a:t>  L166: save_state(self)</a:t>
            </a:r>
          </a:p>
          <a:p xmlns:a="http://schemas.openxmlformats.org/drawingml/2006/main">
            <a:r>
              <a:t>  L173: restore_state(self)</a:t>
            </a:r>
          </a:p>
          <a:p xmlns:a="http://schemas.openxmlformats.org/drawingml/2006/main">
            <a:r>
              <a:t>L182: table_settings(parent)</a:t>
            </a:r>
          </a:p>
          <a:p xmlns:a="http://schemas.openxmlformats.org/drawingml/2006/main">
            <a:r>
              <a:t>L187: restore_sort(header, settings, key)</a:t>
            </a:r>
          </a:p>
          <a:p xmlns:a="http://schemas.openxmlformats.org/drawingml/2006/main">
            <a:r>
              <a:t>L197: class TreeItem</a:t>
            </a:r>
          </a:p>
          <a:p xmlns:a="http://schemas.openxmlformats.org/drawingml/2006/main">
            <a:r>
              <a:t>  L198: __lt__(self, other)</a:t>
            </a:r>
          </a:p>
          <a:p xmlns:a="http://schemas.openxmlformats.org/drawingml/2006/main">
            <a:r>
              <a:t>L204: class FileTree</a:t>
            </a:r>
          </a:p>
          <a:p xmlns:a="http://schemas.openxmlformats.org/drawingml/2006/main">
            <a:r>
              <a:t>  L206: __init__(self, parent=None)</a:t>
            </a:r>
          </a:p>
          <a:p xmlns:a="http://schemas.openxmlformats.org/drawingml/2006/main">
            <a:r>
              <a:t>  L214: selected_paths(self)</a:t>
            </a:r>
          </a:p>
          <a:p xmlns:a="http://schemas.openxmlformats.org/drawingml/2006/main">
            <a:r>
              <a:t>  L215: startDrag(self, actions)</a:t>
            </a:r>
          </a:p>
          <a:p xmlns:a="http://schemas.openxmlformats.org/drawingml/2006/main">
            <a:r>
              <a:t>  L217: dragEnterEvent(self, e)</a:t>
            </a:r>
          </a:p>
          <a:p xmlns:a="http://schemas.openxmlformats.org/drawingml/2006/main">
            <a:r>
              <a:t>  L219: dragMoveEvent(self, e)</a:t>
            </a:r>
          </a:p>
          <a:p xmlns:a="http://schemas.openxmlformats.org/drawingml/2006/main">
            <a:r>
              <a:t>  L220: dropEvent(self, e)</a:t>
            </a:r>
          </a:p>
          <a:p xmlns:a="http://schemas.openxmlformats.org/drawingml/2006/main">
            <a:r>
              <a:t>  L223: reset_widths(self)</a:t>
            </a:r>
          </a:p>
          <a:p xmlns:a="http://schemas.openxmlformats.org/drawingml/2006/main">
            <a:r>
              <a:t>SHA256: a230d135d94d3d34d644365f8f7882e2bc500ca6dbc6c2d402ed445691ba4118</a:t>
            </a:r>
          </a:p>
          <a:p xmlns:a="http://schemas.openxmlformats.org/drawingml/2006/main">
            <a:r>
              <a:t>参照：src/fileworkbench/modules/preview/module.py</a:t>
            </a:r>
          </a:p>
          <a:p xmlns:a="http://schemas.openxmlformats.org/drawingml/2006/main">
            <a:r>
              <a:t>L18: class InfoPanel</a:t>
            </a:r>
          </a:p>
          <a:p xmlns:a="http://schemas.openxmlformats.org/drawingml/2006/main">
            <a:r>
              <a:t>  L19: __init__(self)</a:t>
            </a:r>
          </a:p>
          <a:p xmlns:a="http://schemas.openxmlformats.org/drawingml/2006/main">
            <a:r>
              <a:t>  L21: setText(self, text)</a:t>
            </a:r>
          </a:p>
          <a:p xmlns:a="http://schemas.openxmlformats.org/drawingml/2006/main">
            <a:r>
              <a:t>  L22: text(self)</a:t>
            </a:r>
          </a:p>
          <a:p xmlns:a="http://schemas.openxmlformats.org/drawingml/2006/main">
            <a:r>
              <a:t>L24: class SeekSlider</a:t>
            </a:r>
          </a:p>
          <a:p xmlns:a="http://schemas.openxmlformats.org/drawingml/2006/main">
            <a:r>
              <a:t>  L26: __init__(self)</a:t>
            </a:r>
          </a:p>
          <a:p xmlns:a="http://schemas.openxmlformats.org/drawingml/2006/main">
            <a:r>
              <a:t>  L27: seek_at(self, event)</a:t>
            </a:r>
          </a:p>
          <a:p xmlns:a="http://schemas.openxmlformats.org/drawingml/2006/main">
            <a:r>
              <a:t>  L29: mousePressEvent(self, event)</a:t>
            </a:r>
          </a:p>
          <a:p xmlns:a="http://schemas.openxmlformats.org/drawingml/2006/main">
            <a:r>
              <a:t>  L32: mouseMoveEvent(self, event)</a:t>
            </a:r>
          </a:p>
          <a:p xmlns:a="http://schemas.openxmlformats.org/drawingml/2006/main">
            <a:r>
              <a:t>  L35: mouseReleaseEvent(self, event)</a:t>
            </a:r>
          </a:p>
          <a:p xmlns:a="http://schemas.openxmlformats.org/drawingml/2006/main">
            <a:r>
              <a:t>  L38: keyPressEvent(self, event)</a:t>
            </a:r>
          </a:p>
          <a:p xmlns:a="http://schemas.openxmlformats.org/drawingml/2006/main">
            <a:r>
              <a:t>L40: class _PreviewPane</a:t>
            </a:r>
          </a:p>
          <a:p xmlns:a="http://schemas.openxmlformats.org/drawingml/2006/main">
            <a:r>
              <a:t>  L42: __init__(self, services, lazy_media=False)</a:t>
            </a:r>
          </a:p>
          <a:p xmlns:a="http://schemas.openxmlformats.org/drawingml/2006/main">
            <a:r>
              <a:t>  L60: ensure_player(self)</a:t>
            </a:r>
          </a:p>
          <a:p xmlns:a="http://schemas.openxmlformats.org/drawingml/2006/main">
            <a:r>
              <a:t>  L65: show_controls(self, on)</a:t>
            </a:r>
          </a:p>
          <a:p xmlns:a="http://schemas.openxmlformats.org/drawingml/2006/main">
            <a:r>
              <a:t>  L67: options(self)</a:t>
            </a:r>
          </a:p>
          <a:p xmlns:a="http://schemas.openxmlformats.org/drawingml/2006/main">
            <a:r>
              <a:t>  L68: apply_options(self, options)</a:t>
            </a:r>
          </a:p>
          <a:p xmlns:a="http://schemas.openxmlformats.org/drawingml/2006/main">
            <a:r>
              <a:t>  L69: pick(self)</a:t>
            </a:r>
          </a:p>
          <a:p xmlns:a="http://schemas.openxmlformats.org/drawingml/2006/main">
            <a:r>
              <a:t>  L72: selected_paths(self)</a:t>
            </a:r>
          </a:p>
          <a:p xmlns:a="http://schemas.openxmlformats.org/drawingml/2006/main">
            <a:r>
              <a:t>  L73: receive_paths(self, paths, options=None)</a:t>
            </a:r>
          </a:p>
          <a:p xmlns:a="http://schemas.openxmlformats.org/drawingml/2006/main">
            <a:r>
              <a:t>  L75: loaded(self, files)</a:t>
            </a:r>
          </a:p>
          <a:p xmlns:a="http://schemas.openxmlformats.org/drawingml/2006/main">
            <a:r>
              <a:t>  L76: next_file(self)</a:t>
            </a:r>
          </a:p>
          <a:p xmlns:a="http://schemas.openxmlformats.org/drawingml/2006/main">
            <a:r>
              <a:t>  L77: previous_file(self)</a:t>
            </a:r>
          </a:p>
          <a:p xmlns:a="http://schemas.openxmlformats.org/drawingml/2006/main">
            <a:r>
              <a:t>  L78: step(self, d)</a:t>
            </a:r>
          </a:p>
          <a:p xmlns:a="http://schemas.openxmlformats.org/drawingml/2006/main">
            <a:r>
              <a:t>  L80: show_file(self)</a:t>
            </a:r>
          </a:p>
          <a:p xmlns:a="http://schemas.openxmlformats.org/drawingml/2006/main">
            <a:r>
              <a:t>  L104: fit(self)</a:t>
            </a:r>
          </a:p>
          <a:p xmlns:a="http://schemas.openxmlformats.org/drawingml/2006/main">
            <a:r>
              <a:t>  L106: resizeEvent(self, event)</a:t>
            </a:r>
          </a:p>
          <a:p xmlns:a="http://schemas.openxmlformats.org/drawingml/2006/main">
            <a:r>
              <a:t>  L107: duration_changed(self, value)</a:t>
            </a:r>
          </a:p>
          <a:p xmlns:a="http://schemas.openxmlformats.org/drawingml/2006/main">
            <a:r>
              <a:t>  L108: position_changed(self, value)</a:t>
            </a:r>
          </a:p>
          <a:p xmlns:a="http://schemas.openxmlformats.org/drawingml/2006/main">
            <a:r>
              <a:t>  L112: state_changed(self, state)</a:t>
            </a:r>
          </a:p>
          <a:p xmlns:a="http://schemas.openxmlformats.org/drawingml/2006/main">
            <a:r>
              <a:t>  L113: seek_begin(self)</a:t>
            </a:r>
          </a:p>
          <a:p xmlns:a="http://schemas.openxmlformats.org/drawingml/2006/main">
            <a:r>
              <a:t>  L114: seek_commit(self, value)</a:t>
            </a:r>
          </a:p>
          <a:p xmlns:a="http://schemas.openxmlformats.org/drawingml/2006/main">
            <a:r>
              <a:t>  L119: release_media(self)</a:t>
            </a:r>
          </a:p>
          <a:p xmlns:a="http://schemas.openxmlformats.org/drawingml/2006/main">
            <a:r>
              <a:t>  L122: edit_current(self)</a:t>
            </a:r>
          </a:p>
          <a:p xmlns:a="http://schemas.openxmlformats.org/drawingml/2006/main">
            <a:r>
              <a:t>  L124: menu(self, pos)</a:t>
            </a:r>
          </a:p>
          <a:p xmlns:a="http://schemas.openxmlformats.org/drawingml/2006/main">
            <a:r>
              <a:t>  L131: closeEvent(self, event)</a:t>
            </a:r>
          </a:p>
          <a:p xmlns:a="http://schemas.openxmlformats.org/drawingml/2006/main">
            <a:r>
              <a:t>L134: class PreviewModule</a:t>
            </a:r>
          </a:p>
          <a:p xmlns:a="http://schemas.openxmlformats.org/drawingml/2006/main">
            <a:r>
              <a:t>  L136: __init__(self, services)</a:t>
            </a:r>
          </a:p>
          <a:p xmlns:a="http://schemas.openxmlformats.org/drawingml/2006/main">
            <a:r>
              <a:t>  L187: right_event(self, name, payload)</a:t>
            </a:r>
          </a:p>
          <a:p xmlns:a="http://schemas.openxmlformats.org/drawingml/2006/main">
            <a:r>
              <a:t>  L191: busy(self)</a:t>
            </a:r>
          </a:p>
          <a:p xmlns:a="http://schemas.openxmlformats.org/drawingml/2006/main">
            <a:r>
              <a:t>  L194: cancel(self)</a:t>
            </a:r>
          </a:p>
          <a:p xmlns:a="http://schemas.openxmlformats.org/drawingml/2006/main">
            <a:r>
              <a:t>  L198: active_pane(self)</a:t>
            </a:r>
          </a:p>
          <a:p xmlns:a="http://schemas.openxmlformats.org/drawingml/2006/main">
            <a:r>
              <a:t>  L199: active_view(self)</a:t>
            </a:r>
          </a:p>
          <a:p xmlns:a="http://schemas.openxmlformats.org/drawingml/2006/main">
            <a:r>
              <a:t>  L200: selected_paths(self)</a:t>
            </a:r>
          </a:p>
          <a:p xmlns:a="http://schemas.openxmlformats.org/drawingml/2006/main">
            <a:r>
              <a:t>  L204: pick(self)</a:t>
            </a:r>
          </a:p>
          <a:p xmlns:a="http://schemas.openxmlformats.org/drawingml/2006/main">
            <a:r>
              <a:t>  L208: pick_folder(self)</a:t>
            </a:r>
          </a:p>
          <a:p xmlns:a="http://schemas.openxmlformats.org/drawingml/2006/main">
            <a:r>
              <a:t>  L212: receive_paths(self, paths, options=None)</a:t>
            </a:r>
          </a:p>
          <a:p xmlns:a="http://schemas.openxmlformats.org/drawingml/2006/main">
            <a:r>
              <a:t>  L218: loaded(self, files)</a:t>
            </a:r>
          </a:p>
          <a:p xmlns:a="http://schemas.openxmlformats.org/drawingml/2006/main">
            <a:r>
              <a:t>  L222: receive_pairs(self, pairs, side='left')</a:t>
            </a:r>
          </a:p>
          <a:p xmlns:a="http://schemas.openxmlformats.org/drawingml/2006/main">
            <a:r>
              <a:t>  L232: show_file(self)</a:t>
            </a:r>
          </a:p>
          <a:p xmlns:a="http://schemas.openxmlformats.org/drawingml/2006/main">
            <a:r>
              <a:t>  L249: step(self, d)</a:t>
            </a:r>
          </a:p>
          <a:p xmlns:a="http://schemas.openxmlformats.org/drawingml/2006/main">
            <a:r>
              <a:t>  L254: reverse_order(self)</a:t>
            </a:r>
          </a:p>
          <a:p xmlns:a="http://schemas.openxmlformats.org/drawingml/2006/main">
            <a:r>
              <a:t>  L259: select_side(self, side)</a:t>
            </a:r>
          </a:p>
          <a:p xmlns:a="http://schemas.openxmlformats.org/drawingml/2006/main">
            <a:r>
              <a:t>  L263: update_details(self)</a:t>
            </a:r>
          </a:p>
          <a:p xmlns:a="http://schemas.openxmlformats.org/drawingml/2006/main">
            <a:r>
              <a:t>  L279: set_background(self, text)</a:t>
            </a:r>
          </a:p>
          <a:p xmlns:a="http://schemas.openxmlformats.org/drawingml/2006/main">
            <a:r>
              <a:t>  L282: more_menu(self)</a:t>
            </a:r>
          </a:p>
          <a:p xmlns:a="http://schemas.openxmlformats.org/drawingml/2006/main">
            <a:r>
              <a:t>  L286: options(self)</a:t>
            </a:r>
          </a:p>
          <a:p xmlns:a="http://schemas.openxmlformats.org/drawingml/2006/main">
            <a:r>
              <a:t>  L291: apply_options(self, options)</a:t>
            </a:r>
          </a:p>
          <a:p xmlns:a="http://schemas.openxmlformats.org/drawingml/2006/main">
            <a:r>
              <a:t>  L296: files_changed(self, results)</a:t>
            </a:r>
          </a:p>
          <a:p xmlns:a="http://schemas.openxmlformats.org/drawingml/2006/main">
            <a:r>
              <a:t>  L304: closeEvent(self, event)</a:t>
            </a:r>
          </a:p>
          <a:p xmlns:a="http://schemas.openxmlformats.org/drawingml/2006/main">
            <a:r>
              <a:t>  L307: release_media(self)</a:t>
            </a:r>
          </a:p>
          <a:p xmlns:a="http://schemas.openxmlformats.org/drawingml/2006/main">
            <a:r>
              <a:t>SHA256: 82d8303e47b9875b5012d82f015374ed365f596070d4e678829c21249e16fa19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参照：src/fileworkbench/core/storage.py</a:t>
            </a:r>
          </a:p>
          <a:p xmlns:a="http://schemas.openxmlformats.org/drawingml/2006/main">
            <a:r>
              <a:t>L7: class Store</a:t>
            </a:r>
          </a:p>
          <a:p xmlns:a="http://schemas.openxmlformats.org/drawingml/2006/main">
            <a:r>
              <a:t>  L8: __init__(self, directory=None)</a:t>
            </a:r>
          </a:p>
          <a:p xmlns:a="http://schemas.openxmlformats.org/drawingml/2006/main">
            <a:r>
              <a:t>  L17: save(self)</a:t>
            </a:r>
          </a:p>
          <a:p xmlns:a="http://schemas.openxmlformats.org/drawingml/2006/main">
            <a:r>
              <a:t>  L22: setting(self, key, default=None)</a:t>
            </a:r>
          </a:p>
          <a:p xmlns:a="http://schemas.openxmlformats.org/drawingml/2006/main">
            <a:r>
              <a:t>  L24: set_setting(self, key, value)</a:t>
            </a:r>
          </a:p>
          <a:p xmlns:a="http://schemas.openxmlformats.org/drawingml/2006/main">
            <a:r>
              <a:t>  L26: record(self, row)</a:t>
            </a:r>
          </a:p>
          <a:p xmlns:a="http://schemas.openxmlformats.org/drawingml/2006/main">
            <a:r>
              <a:t>  L28: update(self, record_id, **values)</a:t>
            </a:r>
          </a:p>
          <a:p xmlns:a="http://schemas.openxmlformats.org/drawingml/2006/main">
            <a:r>
              <a:t>  L32: history(self)</a:t>
            </a:r>
          </a:p>
          <a:p xmlns:a="http://schemas.openxmlformats.org/drawingml/2006/main">
            <a:r>
              <a:t>SHA256: d76256e5bc5bf80063ef5c8257ebea6af0d26e4f83f87414c9b993e2eabd57b5</a:t>
            </a:r>
          </a:p>
          <a:p xmlns:a="http://schemas.openxmlformats.org/drawingml/2006/main">
            <a:r>
              <a:t>参照：src/fileworkbench/core/operations.py</a:t>
            </a:r>
          </a:p>
          <a:p xmlns:a="http://schemas.openxmlformats.org/drawingml/2006/main">
            <a:r>
              <a:t>L9: class Operations</a:t>
            </a:r>
          </a:p>
          <a:p xmlns:a="http://schemas.openxmlformats.org/drawingml/2006/main">
            <a:r>
              <a:t>  L10: __init__(self, store, recycle=None)</a:t>
            </a:r>
          </a:p>
          <a:p xmlns:a="http://schemas.openxmlformats.org/drawingml/2006/main">
            <a:r>
              <a:t>  L11: begin(self, operation, source, target='')</a:t>
            </a:r>
          </a:p>
          <a:p xmlns:a="http://schemas.openxmlformats.org/drawingml/2006/main">
            <a:r>
              <a:t>  L15: batch(self, operation, paths, destination=None, collision='skip', cancel=None, progress=None)</a:t>
            </a:r>
          </a:p>
          <a:p xmlns:a="http://schemas.openxmlformats.org/drawingml/2006/main">
            <a:r>
              <a:t>  L44: rename(self, rows, cancel=None, progress=None)</a:t>
            </a:r>
          </a:p>
          <a:p xmlns:a="http://schemas.openxmlformats.org/drawingml/2006/main">
            <a:r>
              <a:t>  L59: undo(self, ids, cancel=None, progress=None)</a:t>
            </a:r>
          </a:p>
          <a:p xmlns:a="http://schemas.openxmlformats.org/drawingml/2006/main">
            <a:r>
              <a:t>  L79: restore_plan(self, entries, destination=None, create_parent=False, collision='skip')</a:t>
            </a:r>
          </a:p>
          <a:p xmlns:a="http://schemas.openxmlformats.org/drawingml/2006/main">
            <a:r>
              <a:t>  L91: restore(self, plans, create_parent=False, cancel=None, progress=None)</a:t>
            </a:r>
          </a:p>
          <a:p xmlns:a="http://schemas.openxmlformats.org/drawingml/2006/main">
            <a:r>
              <a:t>  L106: export(self, path)</a:t>
            </a:r>
          </a:p>
          <a:p xmlns:a="http://schemas.openxmlformats.org/drawingml/2006/main">
            <a:r>
              <a:t>SHA256: fd43efa0e9ad496500805e8a22ea998faa5c6c74cddbc218c148f879250882a0</a:t>
            </a:r>
          </a:p>
          <a:p xmlns:a="http://schemas.openxmlformats.org/drawingml/2006/main">
            <a:r>
              <a:t>参照：src/fileworkbench/ui/common.py</a:t>
            </a:r>
          </a:p>
          <a:p xmlns:a="http://schemas.openxmlformats.org/drawingml/2006/main">
            <a:r>
              <a:t>L11: class Job</a:t>
            </a:r>
          </a:p>
          <a:p xmlns:a="http://schemas.openxmlformats.org/drawingml/2006/main">
            <a:r>
              <a:t>  L13: __init__(self, fn, parent=None)</a:t>
            </a:r>
          </a:p>
          <a:p xmlns:a="http://schemas.openxmlformats.org/drawingml/2006/main">
            <a:r>
              <a:t>  L14: run(self)</a:t>
            </a:r>
          </a:p>
          <a:p xmlns:a="http://schemas.openxmlformats.org/drawingml/2006/main">
            <a:r>
              <a:t>L19: class ValueItem</a:t>
            </a:r>
          </a:p>
          <a:p xmlns:a="http://schemas.openxmlformats.org/drawingml/2006/main">
            <a:r>
              <a:t>  L20: __lt__(self, other)</a:t>
            </a:r>
          </a:p>
          <a:p xmlns:a="http://schemas.openxmlformats.org/drawingml/2006/main">
            <a:r>
              <a:t>L27: class FileTable</a:t>
            </a:r>
          </a:p>
          <a:p xmlns:a="http://schemas.openxmlformats.org/drawingml/2006/main">
            <a:r>
              <a:t>  L29: __init__(self, headers, key, parent=None)</a:t>
            </a:r>
          </a:p>
          <a:p xmlns:a="http://schemas.openxmlformats.org/drawingml/2006/main">
            <a:r>
              <a:t>  L39: fill(self, rows)</a:t>
            </a:r>
          </a:p>
          <a:p xmlns:a="http://schemas.openxmlformats.org/drawingml/2006/main">
            <a:r>
              <a:t>  L46: selected_rows(self)</a:t>
            </a:r>
          </a:p>
          <a:p xmlns:a="http://schemas.openxmlformats.org/drawingml/2006/main">
            <a:r>
              <a:t>  L47: visible_rows(self)</a:t>
            </a:r>
          </a:p>
          <a:p xmlns:a="http://schemas.openxmlformats.org/drawingml/2006/main">
            <a:r>
              <a:t>  L48: selected_paths(self)</a:t>
            </a:r>
          </a:p>
          <a:p xmlns:a="http://schemas.openxmlformats.org/drawingml/2006/main">
            <a:r>
              <a:t>  L49: startDrag(self, actions)</a:t>
            </a:r>
          </a:p>
          <a:p xmlns:a="http://schemas.openxmlformats.org/drawingml/2006/main">
            <a:r>
              <a:t>  L53: dragEnterEvent(self, event)</a:t>
            </a:r>
          </a:p>
          <a:p xmlns:a="http://schemas.openxmlformats.org/drawingml/2006/main">
            <a:r>
              <a:t>  L55: dragMoveEvent(self, event)</a:t>
            </a:r>
          </a:p>
          <a:p xmlns:a="http://schemas.openxmlformats.org/drawingml/2006/main">
            <a:r>
              <a:t>  L56: dropEvent(self, event)</a:t>
            </a:r>
          </a:p>
          <a:p xmlns:a="http://schemas.openxmlformats.org/drawingml/2006/main">
            <a:r>
              <a:t>  L59: reset_widths(self)</a:t>
            </a:r>
          </a:p>
          <a:p xmlns:a="http://schemas.openxmlformats.org/drawingml/2006/main">
            <a:r>
              <a:t>L62: class DropLabel</a:t>
            </a:r>
          </a:p>
          <a:p xmlns:a="http://schemas.openxmlformats.org/drawingml/2006/main">
            <a:r>
              <a:t>  L64: __init__(self, text='')</a:t>
            </a:r>
          </a:p>
          <a:p xmlns:a="http://schemas.openxmlformats.org/drawingml/2006/main">
            <a:r>
              <a:t>  L65: dragEnterEvent(self, e)</a:t>
            </a:r>
          </a:p>
          <a:p xmlns:a="http://schemas.openxmlformats.org/drawingml/2006/main">
            <a:r>
              <a:t>  L67: dropEvent(self, e)</a:t>
            </a:r>
          </a:p>
          <a:p xmlns:a="http://schemas.openxmlformats.org/drawingml/2006/main">
            <a:r>
              <a:t>L71: class ModuleWidget</a:t>
            </a:r>
          </a:p>
          <a:p xmlns:a="http://schemas.openxmlformats.org/drawingml/2006/main">
            <a:r>
              <a:t>  L74: __init__(self, services)</a:t>
            </a:r>
          </a:p>
          <a:p xmlns:a="http://schemas.openxmlformats.org/drawingml/2006/main">
            <a:r>
              <a:t>  L82: footer(self, layout)</a:t>
            </a:r>
          </a:p>
          <a:p xmlns:a="http://schemas.openxmlformats.org/drawingml/2006/main">
            <a:r>
              <a:t>  L84: busy(self)</a:t>
            </a:r>
          </a:p>
          <a:p xmlns:a="http://schemas.openxmlformats.org/drawingml/2006/main">
            <a:r>
              <a:t>  L85: run_job(self, fn, done)</a:t>
            </a:r>
          </a:p>
          <a:p xmlns:a="http://schemas.openxmlformats.org/drawingml/2006/main">
            <a:r>
              <a:t>  L93: _receive_result(self, value)</a:t>
            </a:r>
          </a:p>
          <a:p xmlns:a="http://schemas.openxmlformats.org/drawingml/2006/main">
            <a:r>
              <a:t>  L94: _receive_error(self, error)</a:t>
            </a:r>
          </a:p>
          <a:p xmlns:a="http://schemas.openxmlformats.org/drawingml/2006/main">
            <a:r>
              <a:t>  L95: _progress(self, row)</a:t>
            </a:r>
          </a:p>
          <a:p xmlns:a="http://schemas.openxmlformats.org/drawingml/2006/main">
            <a:r>
              <a:t>  L99: _finished(self)</a:t>
            </a:r>
          </a:p>
          <a:p xmlns:a="http://schemas.openxmlformats.org/drawingml/2006/main">
            <a:r>
              <a:t>  L110: cancel(self)</a:t>
            </a:r>
          </a:p>
          <a:p xmlns:a="http://schemas.openxmlformats.org/drawingml/2006/main">
            <a:r>
              <a:t>  L112: selected_paths(self)</a:t>
            </a:r>
          </a:p>
          <a:p xmlns:a="http://schemas.openxmlformats.org/drawingml/2006/main">
            <a:r>
              <a:t>  L113: receive_paths(self, paths, options=None)</a:t>
            </a:r>
          </a:p>
          <a:p xmlns:a="http://schemas.openxmlformats.org/drawingml/2006/main">
            <a:r>
              <a:t>  L116: dragEnterEvent(self, event)</a:t>
            </a:r>
          </a:p>
          <a:p xmlns:a="http://schemas.openxmlformats.org/drawingml/2006/main">
            <a:r>
              <a:t>  L118: dropEvent(self, event)</a:t>
            </a:r>
          </a:p>
          <a:p xmlns:a="http://schemas.openxmlformats.org/drawingml/2006/main">
            <a:r>
              <a:t>  L121: file_menu(self, table, pos)</a:t>
            </a:r>
          </a:p>
          <a:p xmlns:a="http://schemas.openxmlformats.org/drawingml/2006/main">
            <a:r>
              <a:t>  L131: changed(self, results)</a:t>
            </a:r>
          </a:p>
          <a:p xmlns:a="http://schemas.openxmlformats.org/drawingml/2006/main">
            <a:r>
              <a:t>  L135: files_changed(self, results)</a:t>
            </a:r>
          </a:p>
          <a:p xmlns:a="http://schemas.openxmlformats.org/drawingml/2006/main">
            <a:r>
              <a:t>  L163: closeEvent(self, event)</a:t>
            </a:r>
          </a:p>
          <a:p xmlns:a="http://schemas.openxmlformats.org/drawingml/2006/main">
            <a:r>
              <a:t>  L166: save_state(self)</a:t>
            </a:r>
          </a:p>
          <a:p xmlns:a="http://schemas.openxmlformats.org/drawingml/2006/main">
            <a:r>
              <a:t>  L173: restore_state(self)</a:t>
            </a:r>
          </a:p>
          <a:p xmlns:a="http://schemas.openxmlformats.org/drawingml/2006/main">
            <a:r>
              <a:t>L182: table_settings(parent)</a:t>
            </a:r>
          </a:p>
          <a:p xmlns:a="http://schemas.openxmlformats.org/drawingml/2006/main">
            <a:r>
              <a:t>L187: restore_sort(header, settings, key)</a:t>
            </a:r>
          </a:p>
          <a:p xmlns:a="http://schemas.openxmlformats.org/drawingml/2006/main">
            <a:r>
              <a:t>L197: class TreeItem</a:t>
            </a:r>
          </a:p>
          <a:p xmlns:a="http://schemas.openxmlformats.org/drawingml/2006/main">
            <a:r>
              <a:t>  L198: __lt__(self, other)</a:t>
            </a:r>
          </a:p>
          <a:p xmlns:a="http://schemas.openxmlformats.org/drawingml/2006/main">
            <a:r>
              <a:t>L204: class FileTree</a:t>
            </a:r>
          </a:p>
          <a:p xmlns:a="http://schemas.openxmlformats.org/drawingml/2006/main">
            <a:r>
              <a:t>  L206: __init__(self, parent=None)</a:t>
            </a:r>
          </a:p>
          <a:p xmlns:a="http://schemas.openxmlformats.org/drawingml/2006/main">
            <a:r>
              <a:t>  L214: selected_paths(self)</a:t>
            </a:r>
          </a:p>
          <a:p xmlns:a="http://schemas.openxmlformats.org/drawingml/2006/main">
            <a:r>
              <a:t>  L215: startDrag(self, actions)</a:t>
            </a:r>
          </a:p>
          <a:p xmlns:a="http://schemas.openxmlformats.org/drawingml/2006/main">
            <a:r>
              <a:t>  L217: dragEnterEvent(self, e)</a:t>
            </a:r>
          </a:p>
          <a:p xmlns:a="http://schemas.openxmlformats.org/drawingml/2006/main">
            <a:r>
              <a:t>  L219: dragMoveEvent(self, e)</a:t>
            </a:r>
          </a:p>
          <a:p xmlns:a="http://schemas.openxmlformats.org/drawingml/2006/main">
            <a:r>
              <a:t>  L220: dropEvent(self, e)</a:t>
            </a:r>
          </a:p>
          <a:p xmlns:a="http://schemas.openxmlformats.org/drawingml/2006/main">
            <a:r>
              <a:t>  L223: reset_widths(self)</a:t>
            </a:r>
          </a:p>
          <a:p xmlns:a="http://schemas.openxmlformats.org/drawingml/2006/main">
            <a:r>
              <a:t>SHA256: a230d135d94d3d34d644365f8f7882e2bc500ca6dbc6c2d402ed445691ba4118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参照：src/fileworkbench/core/recycle_index.py</a:t>
            </a:r>
          </a:p>
          <a:p xmlns:a="http://schemas.openxmlformats.org/drawingml/2006/main">
            <a:r>
              <a:t>L15: recycle_roots()</a:t>
            </a:r>
          </a:p>
          <a:p xmlns:a="http://schemas.openxmlformats.org/drawingml/2006/main">
            <a:r>
              <a:t>L30: read_entry(metadata, body=None)</a:t>
            </a:r>
          </a:p>
          <a:p xmlns:a="http://schemas.openxmlformats.org/drawingml/2006/main">
            <a:r>
              <a:t>L60: scan_recycle(roots=None, cancel=None, progress=None, cache=None)</a:t>
            </a:r>
          </a:p>
          <a:p xmlns:a="http://schemas.openxmlformats.org/drawingml/2006/main">
            <a:r>
              <a:t>SHA256: c3afae6d7d4ed21fae043e0488a9c0c40016731aaa6567f9a8afa079be0090f4</a:t>
            </a:r>
          </a:p>
          <a:p xmlns:a="http://schemas.openxmlformats.org/drawingml/2006/main">
            <a:r>
              <a:t>参照：src/fileworkbench/core/recycle_operation.py</a:t>
            </a:r>
          </a:p>
          <a:p xmlns:a="http://schemas.openxmlformats.org/drawingml/2006/main">
            <a:r>
              <a:t>L9: recycle_to_bin(path)</a:t>
            </a:r>
          </a:p>
          <a:p xmlns:a="http://schemas.openxmlformats.org/drawingml/2006/main">
            <a:r>
              <a:t>SHA256: c49826fc6572c45b07196df43f42c8799707d28eebadb6c2875f61a611af4acb</a:t>
            </a:r>
          </a:p>
          <a:p xmlns:a="http://schemas.openxmlformats.org/drawingml/2006/main">
            <a:r>
              <a:t>参照：src/fileworkbench/core/recycle.py</a:t>
            </a:r>
          </a:p>
          <a:p xmlns:a="http://schemas.openxmlformats.org/drawingml/2006/main">
            <a:r>
              <a:t>L8: class WindowsRecycle</a:t>
            </a:r>
          </a:p>
          <a:p xmlns:a="http://schemas.openxmlformats.org/drawingml/2006/main">
            <a:r>
              <a:t>  L9: __init__(self)</a:t>
            </a:r>
          </a:p>
          <a:p xmlns:a="http://schemas.openxmlformats.org/drawingml/2006/main">
            <a:r>
              <a:t>  L10: list(self, cancel=None, progress=None)</a:t>
            </a:r>
          </a:p>
          <a:p xmlns:a="http://schemas.openxmlformats.org/drawingml/2006/main">
            <a:r>
              <a:t>  L14: trash(self, path)</a:t>
            </a:r>
          </a:p>
          <a:p xmlns:a="http://schemas.openxmlformats.org/drawingml/2006/main">
            <a:r>
              <a:t>  L34: restore(self, entry, target, create_parent=False)</a:t>
            </a:r>
          </a:p>
          <a:p xmlns:a="http://schemas.openxmlformats.org/drawingml/2006/main">
            <a:r>
              <a:t>SHA256: 65eff6a84f57ce7e684df53f432da6ce59ae4e9896ecc9756bebe7f06011815d</a:t>
            </a:r>
          </a:p>
          <a:p xmlns:a="http://schemas.openxmlformats.org/drawingml/2006/main">
            <a:r>
              <a:t>参照：src/fileworkbench/core/windows_shell.py</a:t>
            </a:r>
          </a:p>
          <a:p xmlns:a="http://schemas.openxmlformats.org/drawingml/2006/main">
            <a:r>
              <a:t>L11: class GUID</a:t>
            </a:r>
          </a:p>
          <a:p xmlns:a="http://schemas.openxmlformats.org/drawingml/2006/main">
            <a:r>
              <a:t>  L15: from_text(cls, text)</a:t>
            </a:r>
          </a:p>
          <a:p xmlns:a="http://schemas.openxmlformats.org/drawingml/2006/main">
            <a:r>
              <a:t>L27: checked(hr)</a:t>
            </a:r>
          </a:p>
          <a:p xmlns:a="http://schemas.openxmlformats.org/drawingml/2006/main">
            <a:r>
              <a:t>L33: call(pointer, index, args, *values)</a:t>
            </a:r>
          </a:p>
          <a:p xmlns:a="http://schemas.openxmlformats.org/drawingml/2006/main">
            <a:r>
              <a:t>L39: release(pointer)</a:t>
            </a:r>
          </a:p>
          <a:p xmlns:a="http://schemas.openxmlformats.org/drawingml/2006/main">
            <a:r>
              <a:t>L46: com_context()</a:t>
            </a:r>
          </a:p>
          <a:p xmlns:a="http://schemas.openxmlformats.org/drawingml/2006/main">
            <a:r>
              <a:t>L58: shell_item(name)</a:t>
            </a:r>
          </a:p>
          <a:p xmlns:a="http://schemas.openxmlformats.org/drawingml/2006/main">
            <a:r>
              <a:t>L67: display_name(item, kind=2147844096)</a:t>
            </a:r>
          </a:p>
          <a:p xmlns:a="http://schemas.openxmlformats.org/drawingml/2006/main">
            <a:r>
              <a:t>L75: recycle_item(path)</a:t>
            </a:r>
          </a:p>
          <a:p xmlns:a="http://schemas.openxmlformats.org/drawingml/2006/main">
            <a:r>
              <a:t>L96: restore_item(recycled_path: Path, destination: Path)</a:t>
            </a:r>
          </a:p>
          <a:p xmlns:a="http://schemas.openxmlformats.org/drawingml/2006/main">
            <a:r>
              <a:t>SHA256: de12b6e04fe53a1da40fa54a4a237a3acb17f1acfcb087add3862a0fd4644c72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参照：src/fileworkbench/module_registry.py</a:t>
            </a:r>
          </a:p>
          <a:p xmlns:a="http://schemas.openxmlformats.org/drawingml/2006/main">
            <a:r>
              <a:t>L16: declaration(mid)</a:t>
            </a:r>
          </a:p>
          <a:p xmlns:a="http://schemas.openxmlformats.org/drawingml/2006/main">
            <a:r>
              <a:t>L24: create_ports(services=None)</a:t>
            </a:r>
          </a:p>
          <a:p xmlns:a="http://schemas.openxmlformats.org/drawingml/2006/main">
            <a:r>
              <a:t>SHA256: 28b995300bf39ca4ef1bb9eaf991e9c6f34805d4b65ae7bde3b342103a353ff4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参照：src/fileworkbench/modules/preview/module.py</a:t>
            </a:r>
          </a:p>
          <a:p xmlns:a="http://schemas.openxmlformats.org/drawingml/2006/main">
            <a:r>
              <a:t>L18: class InfoPanel</a:t>
            </a:r>
          </a:p>
          <a:p xmlns:a="http://schemas.openxmlformats.org/drawingml/2006/main">
            <a:r>
              <a:t>  L19: __init__(self)</a:t>
            </a:r>
          </a:p>
          <a:p xmlns:a="http://schemas.openxmlformats.org/drawingml/2006/main">
            <a:r>
              <a:t>  L21: setText(self, text)</a:t>
            </a:r>
          </a:p>
          <a:p xmlns:a="http://schemas.openxmlformats.org/drawingml/2006/main">
            <a:r>
              <a:t>  L22: text(self)</a:t>
            </a:r>
          </a:p>
          <a:p xmlns:a="http://schemas.openxmlformats.org/drawingml/2006/main">
            <a:r>
              <a:t>L24: class SeekSlider</a:t>
            </a:r>
          </a:p>
          <a:p xmlns:a="http://schemas.openxmlformats.org/drawingml/2006/main">
            <a:r>
              <a:t>  L26: __init__(self)</a:t>
            </a:r>
          </a:p>
          <a:p xmlns:a="http://schemas.openxmlformats.org/drawingml/2006/main">
            <a:r>
              <a:t>  L27: seek_at(self, event)</a:t>
            </a:r>
          </a:p>
          <a:p xmlns:a="http://schemas.openxmlformats.org/drawingml/2006/main">
            <a:r>
              <a:t>  L29: mousePressEvent(self, event)</a:t>
            </a:r>
          </a:p>
          <a:p xmlns:a="http://schemas.openxmlformats.org/drawingml/2006/main">
            <a:r>
              <a:t>  L32: mouseMoveEvent(self, event)</a:t>
            </a:r>
          </a:p>
          <a:p xmlns:a="http://schemas.openxmlformats.org/drawingml/2006/main">
            <a:r>
              <a:t>  L35: mouseReleaseEvent(self, event)</a:t>
            </a:r>
          </a:p>
          <a:p xmlns:a="http://schemas.openxmlformats.org/drawingml/2006/main">
            <a:r>
              <a:t>  L38: keyPressEvent(self, event)</a:t>
            </a:r>
          </a:p>
          <a:p xmlns:a="http://schemas.openxmlformats.org/drawingml/2006/main">
            <a:r>
              <a:t>L40: class _PreviewPane</a:t>
            </a:r>
          </a:p>
          <a:p xmlns:a="http://schemas.openxmlformats.org/drawingml/2006/main">
            <a:r>
              <a:t>  L42: __init__(self, services, lazy_media=False)</a:t>
            </a:r>
          </a:p>
          <a:p xmlns:a="http://schemas.openxmlformats.org/drawingml/2006/main">
            <a:r>
              <a:t>  L60: ensure_player(self)</a:t>
            </a:r>
          </a:p>
          <a:p xmlns:a="http://schemas.openxmlformats.org/drawingml/2006/main">
            <a:r>
              <a:t>  L65: show_controls(self, on)</a:t>
            </a:r>
          </a:p>
          <a:p xmlns:a="http://schemas.openxmlformats.org/drawingml/2006/main">
            <a:r>
              <a:t>  L67: options(self)</a:t>
            </a:r>
          </a:p>
          <a:p xmlns:a="http://schemas.openxmlformats.org/drawingml/2006/main">
            <a:r>
              <a:t>  L68: apply_options(self, options)</a:t>
            </a:r>
          </a:p>
          <a:p xmlns:a="http://schemas.openxmlformats.org/drawingml/2006/main">
            <a:r>
              <a:t>  L69: pick(self)</a:t>
            </a:r>
          </a:p>
          <a:p xmlns:a="http://schemas.openxmlformats.org/drawingml/2006/main">
            <a:r>
              <a:t>  L72: selected_paths(self)</a:t>
            </a:r>
          </a:p>
          <a:p xmlns:a="http://schemas.openxmlformats.org/drawingml/2006/main">
            <a:r>
              <a:t>  L73: receive_paths(self, paths, options=None)</a:t>
            </a:r>
          </a:p>
          <a:p xmlns:a="http://schemas.openxmlformats.org/drawingml/2006/main">
            <a:r>
              <a:t>  L75: loaded(self, files)</a:t>
            </a:r>
          </a:p>
          <a:p xmlns:a="http://schemas.openxmlformats.org/drawingml/2006/main">
            <a:r>
              <a:t>  L76: next_file(self)</a:t>
            </a:r>
          </a:p>
          <a:p xmlns:a="http://schemas.openxmlformats.org/drawingml/2006/main">
            <a:r>
              <a:t>  L77: previous_file(self)</a:t>
            </a:r>
          </a:p>
          <a:p xmlns:a="http://schemas.openxmlformats.org/drawingml/2006/main">
            <a:r>
              <a:t>  L78: step(self, d)</a:t>
            </a:r>
          </a:p>
          <a:p xmlns:a="http://schemas.openxmlformats.org/drawingml/2006/main">
            <a:r>
              <a:t>  L80: show_file(self)</a:t>
            </a:r>
          </a:p>
          <a:p xmlns:a="http://schemas.openxmlformats.org/drawingml/2006/main">
            <a:r>
              <a:t>  L104: fit(self)</a:t>
            </a:r>
          </a:p>
          <a:p xmlns:a="http://schemas.openxmlformats.org/drawingml/2006/main">
            <a:r>
              <a:t>  L106: resizeEvent(self, event)</a:t>
            </a:r>
          </a:p>
          <a:p xmlns:a="http://schemas.openxmlformats.org/drawingml/2006/main">
            <a:r>
              <a:t>  L107: duration_changed(self, value)</a:t>
            </a:r>
          </a:p>
          <a:p xmlns:a="http://schemas.openxmlformats.org/drawingml/2006/main">
            <a:r>
              <a:t>  L108: position_changed(self, value)</a:t>
            </a:r>
          </a:p>
          <a:p xmlns:a="http://schemas.openxmlformats.org/drawingml/2006/main">
            <a:r>
              <a:t>  L112: state_changed(self, state)</a:t>
            </a:r>
          </a:p>
          <a:p xmlns:a="http://schemas.openxmlformats.org/drawingml/2006/main">
            <a:r>
              <a:t>  L113: seek_begin(self)</a:t>
            </a:r>
          </a:p>
          <a:p xmlns:a="http://schemas.openxmlformats.org/drawingml/2006/main">
            <a:r>
              <a:t>  L114: seek_commit(self, value)</a:t>
            </a:r>
          </a:p>
          <a:p xmlns:a="http://schemas.openxmlformats.org/drawingml/2006/main">
            <a:r>
              <a:t>  L119: release_media(self)</a:t>
            </a:r>
          </a:p>
          <a:p xmlns:a="http://schemas.openxmlformats.org/drawingml/2006/main">
            <a:r>
              <a:t>  L122: edit_current(self)</a:t>
            </a:r>
          </a:p>
          <a:p xmlns:a="http://schemas.openxmlformats.org/drawingml/2006/main">
            <a:r>
              <a:t>  L124: menu(self, pos)</a:t>
            </a:r>
          </a:p>
          <a:p xmlns:a="http://schemas.openxmlformats.org/drawingml/2006/main">
            <a:r>
              <a:t>  L131: closeEvent(self, event)</a:t>
            </a:r>
          </a:p>
          <a:p xmlns:a="http://schemas.openxmlformats.org/drawingml/2006/main">
            <a:r>
              <a:t>L134: class PreviewModule</a:t>
            </a:r>
          </a:p>
          <a:p xmlns:a="http://schemas.openxmlformats.org/drawingml/2006/main">
            <a:r>
              <a:t>  L136: __init__(self, services)</a:t>
            </a:r>
          </a:p>
          <a:p xmlns:a="http://schemas.openxmlformats.org/drawingml/2006/main">
            <a:r>
              <a:t>  L187: right_event(self, name, payload)</a:t>
            </a:r>
          </a:p>
          <a:p xmlns:a="http://schemas.openxmlformats.org/drawingml/2006/main">
            <a:r>
              <a:t>  L191: busy(self)</a:t>
            </a:r>
          </a:p>
          <a:p xmlns:a="http://schemas.openxmlformats.org/drawingml/2006/main">
            <a:r>
              <a:t>  L194: cancel(self)</a:t>
            </a:r>
          </a:p>
          <a:p xmlns:a="http://schemas.openxmlformats.org/drawingml/2006/main">
            <a:r>
              <a:t>  L198: active_pane(self)</a:t>
            </a:r>
          </a:p>
          <a:p xmlns:a="http://schemas.openxmlformats.org/drawingml/2006/main">
            <a:r>
              <a:t>  L199: active_view(self)</a:t>
            </a:r>
          </a:p>
          <a:p xmlns:a="http://schemas.openxmlformats.org/drawingml/2006/main">
            <a:r>
              <a:t>  L200: selected_paths(self)</a:t>
            </a:r>
          </a:p>
          <a:p xmlns:a="http://schemas.openxmlformats.org/drawingml/2006/main">
            <a:r>
              <a:t>  L204: pick(self)</a:t>
            </a:r>
          </a:p>
          <a:p xmlns:a="http://schemas.openxmlformats.org/drawingml/2006/main">
            <a:r>
              <a:t>  L208: pick_folder(self)</a:t>
            </a:r>
          </a:p>
          <a:p xmlns:a="http://schemas.openxmlformats.org/drawingml/2006/main">
            <a:r>
              <a:t>  L212: receive_paths(self, paths, options=None)</a:t>
            </a:r>
          </a:p>
          <a:p xmlns:a="http://schemas.openxmlformats.org/drawingml/2006/main">
            <a:r>
              <a:t>  L218: loaded(self, files)</a:t>
            </a:r>
          </a:p>
          <a:p xmlns:a="http://schemas.openxmlformats.org/drawingml/2006/main">
            <a:r>
              <a:t>  L222: receive_pairs(self, pairs, side='left')</a:t>
            </a:r>
          </a:p>
          <a:p xmlns:a="http://schemas.openxmlformats.org/drawingml/2006/main">
            <a:r>
              <a:t>  L232: show_file(self)</a:t>
            </a:r>
          </a:p>
          <a:p xmlns:a="http://schemas.openxmlformats.org/drawingml/2006/main">
            <a:r>
              <a:t>  L249: step(self, d)</a:t>
            </a:r>
          </a:p>
          <a:p xmlns:a="http://schemas.openxmlformats.org/drawingml/2006/main">
            <a:r>
              <a:t>  L254: reverse_order(self)</a:t>
            </a:r>
          </a:p>
          <a:p xmlns:a="http://schemas.openxmlformats.org/drawingml/2006/main">
            <a:r>
              <a:t>  L259: select_side(self, side)</a:t>
            </a:r>
          </a:p>
          <a:p xmlns:a="http://schemas.openxmlformats.org/drawingml/2006/main">
            <a:r>
              <a:t>  L263: update_details(self)</a:t>
            </a:r>
          </a:p>
          <a:p xmlns:a="http://schemas.openxmlformats.org/drawingml/2006/main">
            <a:r>
              <a:t>  L279: set_background(self, text)</a:t>
            </a:r>
          </a:p>
          <a:p xmlns:a="http://schemas.openxmlformats.org/drawingml/2006/main">
            <a:r>
              <a:t>  L282: more_menu(self)</a:t>
            </a:r>
          </a:p>
          <a:p xmlns:a="http://schemas.openxmlformats.org/drawingml/2006/main">
            <a:r>
              <a:t>  L286: options(self)</a:t>
            </a:r>
          </a:p>
          <a:p xmlns:a="http://schemas.openxmlformats.org/drawingml/2006/main">
            <a:r>
              <a:t>  L291: apply_options(self, options)</a:t>
            </a:r>
          </a:p>
          <a:p xmlns:a="http://schemas.openxmlformats.org/drawingml/2006/main">
            <a:r>
              <a:t>  L296: files_changed(self, results)</a:t>
            </a:r>
          </a:p>
          <a:p xmlns:a="http://schemas.openxmlformats.org/drawingml/2006/main">
            <a:r>
              <a:t>  L304: closeEvent(self, event)</a:t>
            </a:r>
          </a:p>
          <a:p xmlns:a="http://schemas.openxmlformats.org/drawingml/2006/main">
            <a:r>
              <a:t>  L307: release_media(self)</a:t>
            </a:r>
          </a:p>
          <a:p xmlns:a="http://schemas.openxmlformats.org/drawingml/2006/main">
            <a:r>
              <a:t>SHA256: 82d8303e47b9875b5012d82f015374ed365f596070d4e678829c21249e16fa19</a:t>
            </a:r>
          </a:p>
          <a:p xmlns:a="http://schemas.openxmlformats.org/drawingml/2006/main">
            <a:r>
              <a:t>参照：src/fileworkbench/modules/preview/image_view.py</a:t>
            </a:r>
          </a:p>
          <a:p xmlns:a="http://schemas.openxmlformats.org/drawingml/2006/main">
            <a:r>
              <a:t>L7: class ImageView</a:t>
            </a:r>
          </a:p>
          <a:p xmlns:a="http://schemas.openxmlformats.org/drawingml/2006/main">
            <a:r>
              <a:t>  L11: __init__(self)</a:t>
            </a:r>
          </a:p>
          <a:p xmlns:a="http://schemas.openxmlformats.org/drawingml/2006/main">
            <a:r>
              <a:t>  L28: pixmap(self)</a:t>
            </a:r>
          </a:p>
          <a:p xmlns:a="http://schemas.openxmlformats.org/drawingml/2006/main">
            <a:r>
              <a:t>  L31: clear(self)</a:t>
            </a:r>
          </a:p>
          <a:p xmlns:a="http://schemas.openxmlformats.org/drawingml/2006/main">
            <a:r>
              <a:t>  L34: setPixmap(self, pixmap)</a:t>
            </a:r>
          </a:p>
          <a:p xmlns:a="http://schemas.openxmlformats.org/drawingml/2006/main">
            <a:r>
              <a:t>  L42: fit(self)</a:t>
            </a:r>
          </a:p>
          <a:p xmlns:a="http://schemas.openxmlformats.org/drawingml/2006/main">
            <a:r>
              <a:t>  L50: zoom(self, factor)</a:t>
            </a:r>
          </a:p>
          <a:p xmlns:a="http://schemas.openxmlformats.org/drawingml/2006/main">
            <a:r>
              <a:t>  L55: apply_zoom(self)</a:t>
            </a:r>
          </a:p>
          <a:p xmlns:a="http://schemas.openxmlformats.org/drawingml/2006/main">
            <a:r>
              <a:t>  L59: rotate_right(self)</a:t>
            </a:r>
          </a:p>
          <a:p xmlns:a="http://schemas.openxmlformats.org/drawingml/2006/main">
            <a:r>
              <a:t>  L66: resizeEvent(self, event)</a:t>
            </a:r>
          </a:p>
          <a:p xmlns:a="http://schemas.openxmlformats.org/drawingml/2006/main">
            <a:r>
              <a:t>  L70: mousePressEvent(self, event)</a:t>
            </a:r>
          </a:p>
          <a:p xmlns:a="http://schemas.openxmlformats.org/drawingml/2006/main">
            <a:r>
              <a:t>  L74: drawBackground(self, painter, rect)</a:t>
            </a:r>
          </a:p>
          <a:p xmlns:a="http://schemas.openxmlformats.org/drawingml/2006/main">
            <a:r>
              <a:t>SHA256: 9812fe7d930562845068f80e99290c61becf09609ef2abc7c0ed33c5137ba632</a:t>
            </a:r>
          </a:p>
          <a:p xmlns:a="http://schemas.openxmlformats.org/drawingml/2006/main">
            <a:r>
              <a:t>参照：src/fileworkbench/core/services.py</a:t>
            </a:r>
          </a:p>
          <a:p xmlns:a="http://schemas.openxmlformats.org/drawingml/2006/main">
            <a:r>
              <a:t>L10: class Services</a:t>
            </a:r>
          </a:p>
          <a:p xmlns:a="http://schemas.openxmlformats.org/drawingml/2006/main">
            <a:r>
              <a:t>  L12: __init__(self, store=None, recycle=None)</a:t>
            </a:r>
          </a:p>
          <a:p xmlns:a="http://schemas.openxmlformats.org/drawingml/2006/main">
            <a:r>
              <a:t>  L14: register(self, widget)</a:t>
            </a:r>
          </a:p>
          <a:p xmlns:a="http://schemas.openxmlformats.org/drawingml/2006/main">
            <a:r>
              <a:t>  L15: busy(self)</a:t>
            </a:r>
          </a:p>
          <a:p xmlns:a="http://schemas.openxmlformats.org/drawingml/2006/main">
            <a:r>
              <a:t>  L16: notify_changes(self, results)</a:t>
            </a:r>
          </a:p>
          <a:p xmlns:a="http://schemas.openxmlformats.org/drawingml/2006/main">
            <a:r>
              <a:t>  L17: action(self, owner, command, paths, destination=None, collision='skip', confirm=True)</a:t>
            </a:r>
          </a:p>
          <a:p xmlns:a="http://schemas.openxmlformats.org/drawingml/2006/main">
            <a:r>
              <a:t>SHA256: 648b13010639ce4952f98c58b7cbb83eb9aaaa4a0c1ee018fb42c31be7d8baea</a:t>
            </a:r>
          </a:p>
          <a:p xmlns:a="http://schemas.openxmlformats.org/drawingml/2006/main">
            <a:r>
              <a:t>参照：src/fileworkbench/app.py</a:t>
            </a:r>
          </a:p>
          <a:p xmlns:a="http://schemas.openxmlformats.org/drawingml/2006/main">
            <a:r>
              <a:t>L14: class App</a:t>
            </a:r>
          </a:p>
          <a:p xmlns:a="http://schemas.openxmlformats.org/drawingml/2006/main">
            <a:r>
              <a:t>  L15: __init__(self, services=None, initial_module='tree')</a:t>
            </a:r>
          </a:p>
          <a:p xmlns:a="http://schemas.openxmlformats.org/drawingml/2006/main">
            <a:r>
              <a:t>  L35: activate(self, mid)</a:t>
            </a:r>
          </a:p>
          <a:p xmlns:a="http://schemas.openxmlformats.org/drawingml/2006/main">
            <a:r>
              <a:t>  L43: set_linked(self, value)</a:t>
            </a:r>
          </a:p>
          <a:p xmlns:a="http://schemas.openxmlformats.org/drawingml/2006/main">
            <a:r>
              <a:t>  L47: send_paths(self, paths, target=None)</a:t>
            </a:r>
          </a:p>
          <a:p xmlns:a="http://schemas.openxmlformats.org/drawingml/2006/main">
            <a:r>
              <a:t>  L52: send_requested(self, mid, paths)</a:t>
            </a:r>
          </a:p>
          <a:p xmlns:a="http://schemas.openxmlformats.org/drawingml/2006/main">
            <a:r>
              <a:t>  L57: send_selection(self)</a:t>
            </a:r>
          </a:p>
          <a:p xmlns:a="http://schemas.openxmlformats.org/drawingml/2006/main">
            <a:r>
              <a:t>  L65: preview_requested(self, pairs, side)</a:t>
            </a:r>
          </a:p>
          <a:p xmlns:a="http://schemas.openxmlformats.org/drawingml/2006/main">
            <a:r>
              <a:t>  L71: propagate(self, source, paths)</a:t>
            </a:r>
          </a:p>
          <a:p xmlns:a="http://schemas.openxmlformats.org/drawingml/2006/main">
            <a:r>
              <a:t>  L77: on_event(self, event)</a:t>
            </a:r>
          </a:p>
          <a:p xmlns:a="http://schemas.openxmlformats.org/drawingml/2006/main">
            <a:r>
              <a:t>  L86: drain(self)</a:t>
            </a:r>
          </a:p>
          <a:p xmlns:a="http://schemas.openxmlformats.org/drawingml/2006/main">
            <a:r>
              <a:t>  L94: busy_changed(self, busy)</a:t>
            </a:r>
          </a:p>
          <a:p xmlns:a="http://schemas.openxmlformats.org/drawingml/2006/main">
            <a:r>
              <a:t>  L95: changed(self, results)</a:t>
            </a:r>
          </a:p>
          <a:p xmlns:a="http://schemas.openxmlformats.org/drawingml/2006/main">
            <a:r>
              <a:t>  L100: dragEnterEvent(self, e)</a:t>
            </a:r>
          </a:p>
          <a:p xmlns:a="http://schemas.openxmlformats.org/drawingml/2006/main">
            <a:r>
              <a:t>  L102: dropEvent(self, e)</a:t>
            </a:r>
          </a:p>
          <a:p xmlns:a="http://schemas.openxmlformats.org/drawingml/2006/main">
            <a:r>
              <a:t>  L103: detach(self, mid)</a:t>
            </a:r>
          </a:p>
          <a:p xmlns:a="http://schemas.openxmlformats.org/drawingml/2006/main">
            <a:r>
              <a:t>  L108: refresh_favorites(self)</a:t>
            </a:r>
          </a:p>
          <a:p xmlns:a="http://schemas.openxmlformats.org/drawingml/2006/main">
            <a:r>
              <a:t>  L112: apply_favorite(self, index)</a:t>
            </a:r>
          </a:p>
          <a:p xmlns:a="http://schemas.openxmlformats.org/drawingml/2006/main">
            <a:r>
              <a:t>  L115: specification(self)</a:t>
            </a:r>
          </a:p>
          <a:p xmlns:a="http://schemas.openxmlformats.org/drawingml/2006/main">
            <a:r>
              <a:t>  L117: developer(self)</a:t>
            </a:r>
          </a:p>
          <a:p xmlns:a="http://schemas.openxmlformats.org/drawingml/2006/main">
            <a:r>
              <a:t>  L121: closeEvent(self, event)</a:t>
            </a:r>
          </a:p>
          <a:p xmlns:a="http://schemas.openxmlformats.org/drawingml/2006/main">
            <a:r>
              <a:t>L131: error_handler(kind, value, tb)</a:t>
            </a:r>
          </a:p>
          <a:p xmlns:a="http://schemas.openxmlformats.org/drawingml/2006/main">
            <a:r>
              <a:t>L135: main()</a:t>
            </a:r>
          </a:p>
          <a:p xmlns:a="http://schemas.openxmlformats.org/drawingml/2006/main">
            <a:r>
              <a:t>SHA256: bfdc1ea7b17b621525ec1b833ccf682898f18eea9a734556ca4ee88e24568ce9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参照：src/fileworkbench/modules/hash/interface.py</a:t>
            </a:r>
          </a:p>
          <a:p xmlns:a="http://schemas.openxmlformats.org/drawingml/2006/main">
            <a:r>
              <a:t>L5: class HashInterface</a:t>
            </a:r>
          </a:p>
          <a:p xmlns:a="http://schemas.openxmlformats.org/drawingml/2006/main">
            <a:r>
              <a:t>  L6: __init__(self, services=None)</a:t>
            </a:r>
          </a:p>
          <a:p xmlns:a="http://schemas.openxmlformats.org/drawingml/2006/main">
            <a:r>
              <a:t>SHA256: d15a01e66247671c4a46d3a5d23ba735c85a385ccfd977c31e035991a2bc023c</a:t>
            </a:r>
          </a:p>
          <a:p xmlns:a="http://schemas.openxmlformats.org/drawingml/2006/main">
            <a:r>
              <a:t>参照：src/fileworkbench/interfaces/adapter.py</a:t>
            </a:r>
          </a:p>
          <a:p xmlns:a="http://schemas.openxmlformats.org/drawingml/2006/main">
            <a:r>
              <a:t>L5: class WidgetModuleAdapter</a:t>
            </a:r>
          </a:p>
          <a:p xmlns:a="http://schemas.openxmlformats.org/drawingml/2006/main">
            <a:r>
              <a:t>  L6: __init__(self, descriptor, widget_class, services, commands)</a:t>
            </a:r>
          </a:p>
          <a:p xmlns:a="http://schemas.openxmlformats.org/drawingml/2006/main">
            <a:r>
              <a:t>  L8: create_widget(self, parent=None)</a:t>
            </a:r>
          </a:p>
          <a:p xmlns:a="http://schemas.openxmlformats.org/drawingml/2006/main">
            <a:r>
              <a:t>  L12: _event(self, name, payload)</a:t>
            </a:r>
          </a:p>
          <a:p xmlns:a="http://schemas.openxmlformats.org/drawingml/2006/main">
            <a:r>
              <a:t>  L15: receive_paths(self, paths, options=None)</a:t>
            </a:r>
          </a:p>
          <a:p xmlns:a="http://schemas.openxmlformats.org/drawingml/2006/main">
            <a:r>
              <a:t>  L16: receive_context(self, context)</a:t>
            </a:r>
          </a:p>
          <a:p xmlns:a="http://schemas.openxmlformats.org/drawingml/2006/main">
            <a:r>
              <a:t>  L26: current_context(self)</a:t>
            </a:r>
          </a:p>
          <a:p xmlns:a="http://schemas.openxmlformats.org/drawingml/2006/main">
            <a:r>
              <a:t>  L30: execute(self, command, payload=None)</a:t>
            </a:r>
          </a:p>
          <a:p xmlns:a="http://schemas.openxmlformats.org/drawingml/2006/main">
            <a:r>
              <a:t>  L40: subscribe(self, callback)</a:t>
            </a:r>
          </a:p>
          <a:p xmlns:a="http://schemas.openxmlformats.org/drawingml/2006/main">
            <a:r>
              <a:t>  L42: unsubscribe(self, callback)</a:t>
            </a:r>
          </a:p>
          <a:p xmlns:a="http://schemas.openxmlformats.org/drawingml/2006/main">
            <a:r>
              <a:t>  L44: emit(self, name, payload=None)</a:t>
            </a:r>
          </a:p>
          <a:p xmlns:a="http://schemas.openxmlformats.org/drawingml/2006/main">
            <a:r>
              <a:t>  L47: shutdown(self)</a:t>
            </a:r>
          </a:p>
          <a:p xmlns:a="http://schemas.openxmlformats.org/drawingml/2006/main">
            <a:r>
              <a:t>SHA256: 245a58d3cb287da2c6ff04479d92f5a3bc4940ec5f7cf1cf39a080e70657d745</a:t>
            </a:r>
          </a:p>
          <a:p xmlns:a="http://schemas.openxmlformats.org/drawingml/2006/main">
            <a:r>
              <a:t>参照：src/fileworkbench/core/services.py</a:t>
            </a:r>
          </a:p>
          <a:p xmlns:a="http://schemas.openxmlformats.org/drawingml/2006/main">
            <a:r>
              <a:t>L10: class Services</a:t>
            </a:r>
          </a:p>
          <a:p xmlns:a="http://schemas.openxmlformats.org/drawingml/2006/main">
            <a:r>
              <a:t>  L12: __init__(self, store=None, recycle=None)</a:t>
            </a:r>
          </a:p>
          <a:p xmlns:a="http://schemas.openxmlformats.org/drawingml/2006/main">
            <a:r>
              <a:t>  L14: register(self, widget)</a:t>
            </a:r>
          </a:p>
          <a:p xmlns:a="http://schemas.openxmlformats.org/drawingml/2006/main">
            <a:r>
              <a:t>  L15: busy(self)</a:t>
            </a:r>
          </a:p>
          <a:p xmlns:a="http://schemas.openxmlformats.org/drawingml/2006/main">
            <a:r>
              <a:t>  L16: notify_changes(self, results)</a:t>
            </a:r>
          </a:p>
          <a:p xmlns:a="http://schemas.openxmlformats.org/drawingml/2006/main">
            <a:r>
              <a:t>  L17: action(self, owner, command, paths, destination=None, collision='skip', confirm=True)</a:t>
            </a:r>
          </a:p>
          <a:p xmlns:a="http://schemas.openxmlformats.org/drawingml/2006/main">
            <a:r>
              <a:t>SHA256: 648b13010639ce4952f98c58b7cbb83eb9aaaa4a0c1ee018fb42c31be7d8baea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参照：src/fileworkbench/core/services.py</a:t>
            </a:r>
          </a:p>
          <a:p xmlns:a="http://schemas.openxmlformats.org/drawingml/2006/main">
            <a:r>
              <a:t>L10: class Services</a:t>
            </a:r>
          </a:p>
          <a:p xmlns:a="http://schemas.openxmlformats.org/drawingml/2006/main">
            <a:r>
              <a:t>  L12: __init__(self, store=None, recycle=None)</a:t>
            </a:r>
          </a:p>
          <a:p xmlns:a="http://schemas.openxmlformats.org/drawingml/2006/main">
            <a:r>
              <a:t>  L14: register(self, widget)</a:t>
            </a:r>
          </a:p>
          <a:p xmlns:a="http://schemas.openxmlformats.org/drawingml/2006/main">
            <a:r>
              <a:t>  L15: busy(self)</a:t>
            </a:r>
          </a:p>
          <a:p xmlns:a="http://schemas.openxmlformats.org/drawingml/2006/main">
            <a:r>
              <a:t>  L16: notify_changes(self, results)</a:t>
            </a:r>
          </a:p>
          <a:p xmlns:a="http://schemas.openxmlformats.org/drawingml/2006/main">
            <a:r>
              <a:t>  L17: action(self, owner, command, paths, destination=None, collision='skip', confirm=True)</a:t>
            </a:r>
          </a:p>
          <a:p xmlns:a="http://schemas.openxmlformats.org/drawingml/2006/main">
            <a:r>
              <a:t>SHA256: 648b13010639ce4952f98c58b7cbb83eb9aaaa4a0c1ee018fb42c31be7d8baea</a:t>
            </a:r>
          </a:p>
          <a:p xmlns:a="http://schemas.openxmlformats.org/drawingml/2006/main">
            <a:r>
              <a:t>参照：src/fileworkbench/core/storage.py</a:t>
            </a:r>
          </a:p>
          <a:p xmlns:a="http://schemas.openxmlformats.org/drawingml/2006/main">
            <a:r>
              <a:t>L7: class Store</a:t>
            </a:r>
          </a:p>
          <a:p xmlns:a="http://schemas.openxmlformats.org/drawingml/2006/main">
            <a:r>
              <a:t>  L8: __init__(self, directory=None)</a:t>
            </a:r>
          </a:p>
          <a:p xmlns:a="http://schemas.openxmlformats.org/drawingml/2006/main">
            <a:r>
              <a:t>  L17: save(self)</a:t>
            </a:r>
          </a:p>
          <a:p xmlns:a="http://schemas.openxmlformats.org/drawingml/2006/main">
            <a:r>
              <a:t>  L22: setting(self, key, default=None)</a:t>
            </a:r>
          </a:p>
          <a:p xmlns:a="http://schemas.openxmlformats.org/drawingml/2006/main">
            <a:r>
              <a:t>  L24: set_setting(self, key, value)</a:t>
            </a:r>
          </a:p>
          <a:p xmlns:a="http://schemas.openxmlformats.org/drawingml/2006/main">
            <a:r>
              <a:t>  L26: record(self, row)</a:t>
            </a:r>
          </a:p>
          <a:p xmlns:a="http://schemas.openxmlformats.org/drawingml/2006/main">
            <a:r>
              <a:t>  L28: update(self, record_id, **values)</a:t>
            </a:r>
          </a:p>
          <a:p xmlns:a="http://schemas.openxmlformats.org/drawingml/2006/main">
            <a:r>
              <a:t>  L32: history(self)</a:t>
            </a:r>
          </a:p>
          <a:p xmlns:a="http://schemas.openxmlformats.org/drawingml/2006/main">
            <a:r>
              <a:t>SHA256: d76256e5bc5bf80063ef5c8257ebea6af0d26e4f83f87414c9b993e2eabd57b5</a:t>
            </a:r>
          </a:p>
          <a:p xmlns:a="http://schemas.openxmlformats.org/drawingml/2006/main">
            <a:r>
              <a:t>参照：src/fileworkbench/core/common.py</a:t>
            </a:r>
          </a:p>
          <a:p xmlns:a="http://schemas.openxmlformats.org/drawingml/2006/main">
            <a:r>
              <a:t>L7: resource_path(name)</a:t>
            </a:r>
          </a:p>
          <a:p xmlns:a="http://schemas.openxmlformats.org/drawingml/2006/main">
            <a:r>
              <a:t>L10: app_icon()</a:t>
            </a:r>
          </a:p>
          <a:p xmlns:a="http://schemas.openxmlformats.org/drawingml/2006/main">
            <a:r>
              <a:t>L12: digest(path)</a:t>
            </a:r>
          </a:p>
          <a:p xmlns:a="http://schemas.openxmlformats.org/drawingml/2006/main">
            <a:r>
              <a:t>L18: open_default(path)</a:t>
            </a:r>
          </a:p>
          <a:p xmlns:a="http://schemas.openxmlformats.org/drawingml/2006/main">
            <a:r>
              <a:t>L24: choose_folder(parent, title='フォルダーを選択')</a:t>
            </a:r>
          </a:p>
          <a:p xmlns:a="http://schemas.openxmlformats.org/drawingml/2006/main">
            <a:r>
              <a:t>SHA256: 0766952049f507963f61347b9b57d6f6a3f1159b1169bec8938d42d33c68b598</a:t>
            </a:r>
          </a:p>
          <a:p xmlns:a="http://schemas.openxmlformats.org/drawingml/2006/main">
            <a:r>
              <a:t>参照：src/fileworkbench/interfaces/contracts.py</a:t>
            </a:r>
          </a:p>
          <a:p xmlns:a="http://schemas.openxmlformats.org/drawingml/2006/main">
            <a:r>
              <a:t>L7: class ModuleDescriptor</a:t>
            </a:r>
          </a:p>
          <a:p xmlns:a="http://schemas.openxmlformats.org/drawingml/2006/main">
            <a:r>
              <a:t>L18: class ModuleContext</a:t>
            </a:r>
          </a:p>
          <a:p xmlns:a="http://schemas.openxmlformats.org/drawingml/2006/main">
            <a:r>
              <a:t>L25: class ModuleEvent</a:t>
            </a:r>
          </a:p>
          <a:p xmlns:a="http://schemas.openxmlformats.org/drawingml/2006/main">
            <a:r>
              <a:t>L30: class ModulePort</a:t>
            </a:r>
          </a:p>
          <a:p xmlns:a="http://schemas.openxmlformats.org/drawingml/2006/main">
            <a:r>
              <a:t>  L32: create_widget(self, parent: QWidget | None=None)</a:t>
            </a:r>
          </a:p>
          <a:p xmlns:a="http://schemas.openxmlformats.org/drawingml/2006/main">
            <a:r>
              <a:t>  L33: receive_context(self, context: ModuleContext)</a:t>
            </a:r>
          </a:p>
          <a:p xmlns:a="http://schemas.openxmlformats.org/drawingml/2006/main">
            <a:r>
              <a:t>  L34: current_context(self)</a:t>
            </a:r>
          </a:p>
          <a:p xmlns:a="http://schemas.openxmlformats.org/drawingml/2006/main">
            <a:r>
              <a:t>  L35: execute(self, command: str, payload: dict[str, Any] | None=None)</a:t>
            </a:r>
          </a:p>
          <a:p xmlns:a="http://schemas.openxmlformats.org/drawingml/2006/main">
            <a:r>
              <a:t>  L36: subscribe(self, callback: Callable[[ModuleEvent], None])</a:t>
            </a:r>
          </a:p>
          <a:p xmlns:a="http://schemas.openxmlformats.org/drawingml/2006/main">
            <a:r>
              <a:t>  L37: shutdown(self)</a:t>
            </a:r>
          </a:p>
          <a:p xmlns:a="http://schemas.openxmlformats.org/drawingml/2006/main">
            <a:r>
              <a:t>SHA256: 6e8ee4cab47cd56597531fe456b20d5e5f0fa70d23735ccb4d9423982040d532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参照：src/fileworkbench/module_registry.py</a:t>
            </a:r>
          </a:p>
          <a:p xmlns:a="http://schemas.openxmlformats.org/drawingml/2006/main">
            <a:r>
              <a:t>L16: declaration(mid)</a:t>
            </a:r>
          </a:p>
          <a:p xmlns:a="http://schemas.openxmlformats.org/drawingml/2006/main">
            <a:r>
              <a:t>L24: create_ports(services=None)</a:t>
            </a:r>
          </a:p>
          <a:p xmlns:a="http://schemas.openxmlformats.org/drawingml/2006/main">
            <a:r>
              <a:t>SHA256: 28b995300bf39ca4ef1bb9eaf991e9c6f34805d4b65ae7bde3b342103a353ff4</a:t>
            </a:r>
          </a:p>
          <a:p xmlns:a="http://schemas.openxmlformats.org/drawingml/2006/main">
            <a:r>
              <a:t>参照：src/fileworkbench/app.py</a:t>
            </a:r>
          </a:p>
          <a:p xmlns:a="http://schemas.openxmlformats.org/drawingml/2006/main">
            <a:r>
              <a:t>L14: class App</a:t>
            </a:r>
          </a:p>
          <a:p xmlns:a="http://schemas.openxmlformats.org/drawingml/2006/main">
            <a:r>
              <a:t>  L15: __init__(self, services=None, initial_module='tree')</a:t>
            </a:r>
          </a:p>
          <a:p xmlns:a="http://schemas.openxmlformats.org/drawingml/2006/main">
            <a:r>
              <a:t>  L35: activate(self, mid)</a:t>
            </a:r>
          </a:p>
          <a:p xmlns:a="http://schemas.openxmlformats.org/drawingml/2006/main">
            <a:r>
              <a:t>  L43: set_linked(self, value)</a:t>
            </a:r>
          </a:p>
          <a:p xmlns:a="http://schemas.openxmlformats.org/drawingml/2006/main">
            <a:r>
              <a:t>  L47: send_paths(self, paths, target=None)</a:t>
            </a:r>
          </a:p>
          <a:p xmlns:a="http://schemas.openxmlformats.org/drawingml/2006/main">
            <a:r>
              <a:t>  L52: send_requested(self, mid, paths)</a:t>
            </a:r>
          </a:p>
          <a:p xmlns:a="http://schemas.openxmlformats.org/drawingml/2006/main">
            <a:r>
              <a:t>  L57: send_selection(self)</a:t>
            </a:r>
          </a:p>
          <a:p xmlns:a="http://schemas.openxmlformats.org/drawingml/2006/main">
            <a:r>
              <a:t>  L65: preview_requested(self, pairs, side)</a:t>
            </a:r>
          </a:p>
          <a:p xmlns:a="http://schemas.openxmlformats.org/drawingml/2006/main">
            <a:r>
              <a:t>  L71: propagate(self, source, paths)</a:t>
            </a:r>
          </a:p>
          <a:p xmlns:a="http://schemas.openxmlformats.org/drawingml/2006/main">
            <a:r>
              <a:t>  L77: on_event(self, event)</a:t>
            </a:r>
          </a:p>
          <a:p xmlns:a="http://schemas.openxmlformats.org/drawingml/2006/main">
            <a:r>
              <a:t>  L86: drain(self)</a:t>
            </a:r>
          </a:p>
          <a:p xmlns:a="http://schemas.openxmlformats.org/drawingml/2006/main">
            <a:r>
              <a:t>  L94: busy_changed(self, busy)</a:t>
            </a:r>
          </a:p>
          <a:p xmlns:a="http://schemas.openxmlformats.org/drawingml/2006/main">
            <a:r>
              <a:t>  L95: changed(self, results)</a:t>
            </a:r>
          </a:p>
          <a:p xmlns:a="http://schemas.openxmlformats.org/drawingml/2006/main">
            <a:r>
              <a:t>  L100: dragEnterEvent(self, e)</a:t>
            </a:r>
          </a:p>
          <a:p xmlns:a="http://schemas.openxmlformats.org/drawingml/2006/main">
            <a:r>
              <a:t>  L102: dropEvent(self, e)</a:t>
            </a:r>
          </a:p>
          <a:p xmlns:a="http://schemas.openxmlformats.org/drawingml/2006/main">
            <a:r>
              <a:t>  L103: detach(self, mid)</a:t>
            </a:r>
          </a:p>
          <a:p xmlns:a="http://schemas.openxmlformats.org/drawingml/2006/main">
            <a:r>
              <a:t>  L108: refresh_favorites(self)</a:t>
            </a:r>
          </a:p>
          <a:p xmlns:a="http://schemas.openxmlformats.org/drawingml/2006/main">
            <a:r>
              <a:t>  L112: apply_favorite(self, index)</a:t>
            </a:r>
          </a:p>
          <a:p xmlns:a="http://schemas.openxmlformats.org/drawingml/2006/main">
            <a:r>
              <a:t>  L115: specification(self)</a:t>
            </a:r>
          </a:p>
          <a:p xmlns:a="http://schemas.openxmlformats.org/drawingml/2006/main">
            <a:r>
              <a:t>  L117: developer(self)</a:t>
            </a:r>
          </a:p>
          <a:p xmlns:a="http://schemas.openxmlformats.org/drawingml/2006/main">
            <a:r>
              <a:t>  L121: closeEvent(self, event)</a:t>
            </a:r>
          </a:p>
          <a:p xmlns:a="http://schemas.openxmlformats.org/drawingml/2006/main">
            <a:r>
              <a:t>L131: error_handler(kind, value, tb)</a:t>
            </a:r>
          </a:p>
          <a:p xmlns:a="http://schemas.openxmlformats.org/drawingml/2006/main">
            <a:r>
              <a:t>L135: main()</a:t>
            </a:r>
          </a:p>
          <a:p xmlns:a="http://schemas.openxmlformats.org/drawingml/2006/main">
            <a:r>
              <a:t>SHA256: bfdc1ea7b17b621525ec1b833ccf682898f18eea9a734556ca4ee88e24568ce9</a:t>
            </a:r>
          </a:p>
          <a:p xmlns:a="http://schemas.openxmlformats.org/drawingml/2006/main">
            <a:r>
              <a:t>参照：src/fileworkbench/ui/common.py</a:t>
            </a:r>
          </a:p>
          <a:p xmlns:a="http://schemas.openxmlformats.org/drawingml/2006/main">
            <a:r>
              <a:t>L11: class Job</a:t>
            </a:r>
          </a:p>
          <a:p xmlns:a="http://schemas.openxmlformats.org/drawingml/2006/main">
            <a:r>
              <a:t>  L13: __init__(self, fn, parent=None)</a:t>
            </a:r>
          </a:p>
          <a:p xmlns:a="http://schemas.openxmlformats.org/drawingml/2006/main">
            <a:r>
              <a:t>  L14: run(self)</a:t>
            </a:r>
          </a:p>
          <a:p xmlns:a="http://schemas.openxmlformats.org/drawingml/2006/main">
            <a:r>
              <a:t>L19: class ValueItem</a:t>
            </a:r>
          </a:p>
          <a:p xmlns:a="http://schemas.openxmlformats.org/drawingml/2006/main">
            <a:r>
              <a:t>  L20: __lt__(self, other)</a:t>
            </a:r>
          </a:p>
          <a:p xmlns:a="http://schemas.openxmlformats.org/drawingml/2006/main">
            <a:r>
              <a:t>L27: class FileTable</a:t>
            </a:r>
          </a:p>
          <a:p xmlns:a="http://schemas.openxmlformats.org/drawingml/2006/main">
            <a:r>
              <a:t>  L29: __init__(self, headers, key, parent=None)</a:t>
            </a:r>
          </a:p>
          <a:p xmlns:a="http://schemas.openxmlformats.org/drawingml/2006/main">
            <a:r>
              <a:t>  L39: fill(self, rows)</a:t>
            </a:r>
          </a:p>
          <a:p xmlns:a="http://schemas.openxmlformats.org/drawingml/2006/main">
            <a:r>
              <a:t>  L46: selected_rows(self)</a:t>
            </a:r>
          </a:p>
          <a:p xmlns:a="http://schemas.openxmlformats.org/drawingml/2006/main">
            <a:r>
              <a:t>  L47: visible_rows(self)</a:t>
            </a:r>
          </a:p>
          <a:p xmlns:a="http://schemas.openxmlformats.org/drawingml/2006/main">
            <a:r>
              <a:t>  L48: selected_paths(self)</a:t>
            </a:r>
          </a:p>
          <a:p xmlns:a="http://schemas.openxmlformats.org/drawingml/2006/main">
            <a:r>
              <a:t>  L49: startDrag(self, actions)</a:t>
            </a:r>
          </a:p>
          <a:p xmlns:a="http://schemas.openxmlformats.org/drawingml/2006/main">
            <a:r>
              <a:t>  L53: dragEnterEvent(self, event)</a:t>
            </a:r>
          </a:p>
          <a:p xmlns:a="http://schemas.openxmlformats.org/drawingml/2006/main">
            <a:r>
              <a:t>  L55: dragMoveEvent(self, event)</a:t>
            </a:r>
          </a:p>
          <a:p xmlns:a="http://schemas.openxmlformats.org/drawingml/2006/main">
            <a:r>
              <a:t>  L56: dropEvent(self, event)</a:t>
            </a:r>
          </a:p>
          <a:p xmlns:a="http://schemas.openxmlformats.org/drawingml/2006/main">
            <a:r>
              <a:t>  L59: reset_widths(self)</a:t>
            </a:r>
          </a:p>
          <a:p xmlns:a="http://schemas.openxmlformats.org/drawingml/2006/main">
            <a:r>
              <a:t>L62: class DropLabel</a:t>
            </a:r>
          </a:p>
          <a:p xmlns:a="http://schemas.openxmlformats.org/drawingml/2006/main">
            <a:r>
              <a:t>  L64: __init__(self, text='')</a:t>
            </a:r>
          </a:p>
          <a:p xmlns:a="http://schemas.openxmlformats.org/drawingml/2006/main">
            <a:r>
              <a:t>  L65: dragEnterEvent(self, e)</a:t>
            </a:r>
          </a:p>
          <a:p xmlns:a="http://schemas.openxmlformats.org/drawingml/2006/main">
            <a:r>
              <a:t>  L67: dropEvent(self, e)</a:t>
            </a:r>
          </a:p>
          <a:p xmlns:a="http://schemas.openxmlformats.org/drawingml/2006/main">
            <a:r>
              <a:t>L71: class ModuleWidget</a:t>
            </a:r>
          </a:p>
          <a:p xmlns:a="http://schemas.openxmlformats.org/drawingml/2006/main">
            <a:r>
              <a:t>  L74: __init__(self, services)</a:t>
            </a:r>
          </a:p>
          <a:p xmlns:a="http://schemas.openxmlformats.org/drawingml/2006/main">
            <a:r>
              <a:t>  L82: footer(self, layout)</a:t>
            </a:r>
          </a:p>
          <a:p xmlns:a="http://schemas.openxmlformats.org/drawingml/2006/main">
            <a:r>
              <a:t>  L84: busy(self)</a:t>
            </a:r>
          </a:p>
          <a:p xmlns:a="http://schemas.openxmlformats.org/drawingml/2006/main">
            <a:r>
              <a:t>  L85: run_job(self, fn, done)</a:t>
            </a:r>
          </a:p>
          <a:p xmlns:a="http://schemas.openxmlformats.org/drawingml/2006/main">
            <a:r>
              <a:t>  L93: _receive_result(self, value)</a:t>
            </a:r>
          </a:p>
          <a:p xmlns:a="http://schemas.openxmlformats.org/drawingml/2006/main">
            <a:r>
              <a:t>  L94: _receive_error(self, error)</a:t>
            </a:r>
          </a:p>
          <a:p xmlns:a="http://schemas.openxmlformats.org/drawingml/2006/main">
            <a:r>
              <a:t>  L95: _progress(self, row)</a:t>
            </a:r>
          </a:p>
          <a:p xmlns:a="http://schemas.openxmlformats.org/drawingml/2006/main">
            <a:r>
              <a:t>  L99: _finished(self)</a:t>
            </a:r>
          </a:p>
          <a:p xmlns:a="http://schemas.openxmlformats.org/drawingml/2006/main">
            <a:r>
              <a:t>  L110: cancel(self)</a:t>
            </a:r>
          </a:p>
          <a:p xmlns:a="http://schemas.openxmlformats.org/drawingml/2006/main">
            <a:r>
              <a:t>  L112: selected_paths(self)</a:t>
            </a:r>
          </a:p>
          <a:p xmlns:a="http://schemas.openxmlformats.org/drawingml/2006/main">
            <a:r>
              <a:t>  L113: receive_paths(self, paths, options=None)</a:t>
            </a:r>
          </a:p>
          <a:p xmlns:a="http://schemas.openxmlformats.org/drawingml/2006/main">
            <a:r>
              <a:t>  L116: dragEnterEvent(self, event)</a:t>
            </a:r>
          </a:p>
          <a:p xmlns:a="http://schemas.openxmlformats.org/drawingml/2006/main">
            <a:r>
              <a:t>  L118: dropEvent(self, event)</a:t>
            </a:r>
          </a:p>
          <a:p xmlns:a="http://schemas.openxmlformats.org/drawingml/2006/main">
            <a:r>
              <a:t>  L121: file_menu(self, table, pos)</a:t>
            </a:r>
          </a:p>
          <a:p xmlns:a="http://schemas.openxmlformats.org/drawingml/2006/main">
            <a:r>
              <a:t>  L131: changed(self, results)</a:t>
            </a:r>
          </a:p>
          <a:p xmlns:a="http://schemas.openxmlformats.org/drawingml/2006/main">
            <a:r>
              <a:t>  L135: files_changed(self, results)</a:t>
            </a:r>
          </a:p>
          <a:p xmlns:a="http://schemas.openxmlformats.org/drawingml/2006/main">
            <a:r>
              <a:t>  L163: closeEvent(self, event)</a:t>
            </a:r>
          </a:p>
          <a:p xmlns:a="http://schemas.openxmlformats.org/drawingml/2006/main">
            <a:r>
              <a:t>  L166: save_state(self)</a:t>
            </a:r>
          </a:p>
          <a:p xmlns:a="http://schemas.openxmlformats.org/drawingml/2006/main">
            <a:r>
              <a:t>  L173: restore_state(self)</a:t>
            </a:r>
          </a:p>
          <a:p xmlns:a="http://schemas.openxmlformats.org/drawingml/2006/main">
            <a:r>
              <a:t>L182: table_settings(parent)</a:t>
            </a:r>
          </a:p>
          <a:p xmlns:a="http://schemas.openxmlformats.org/drawingml/2006/main">
            <a:r>
              <a:t>L187: restore_sort(header, settings, key)</a:t>
            </a:r>
          </a:p>
          <a:p xmlns:a="http://schemas.openxmlformats.org/drawingml/2006/main">
            <a:r>
              <a:t>L197: class TreeItem</a:t>
            </a:r>
          </a:p>
          <a:p xmlns:a="http://schemas.openxmlformats.org/drawingml/2006/main">
            <a:r>
              <a:t>  L198: __lt__(self, other)</a:t>
            </a:r>
          </a:p>
          <a:p xmlns:a="http://schemas.openxmlformats.org/drawingml/2006/main">
            <a:r>
              <a:t>L204: class FileTree</a:t>
            </a:r>
          </a:p>
          <a:p xmlns:a="http://schemas.openxmlformats.org/drawingml/2006/main">
            <a:r>
              <a:t>  L206: __init__(self, parent=None)</a:t>
            </a:r>
          </a:p>
          <a:p xmlns:a="http://schemas.openxmlformats.org/drawingml/2006/main">
            <a:r>
              <a:t>  L214: selected_paths(self)</a:t>
            </a:r>
          </a:p>
          <a:p xmlns:a="http://schemas.openxmlformats.org/drawingml/2006/main">
            <a:r>
              <a:t>  L215: startDrag(self, actions)</a:t>
            </a:r>
          </a:p>
          <a:p xmlns:a="http://schemas.openxmlformats.org/drawingml/2006/main">
            <a:r>
              <a:t>  L217: dragEnterEvent(self, e)</a:t>
            </a:r>
          </a:p>
          <a:p xmlns:a="http://schemas.openxmlformats.org/drawingml/2006/main">
            <a:r>
              <a:t>  L219: dragMoveEvent(self, e)</a:t>
            </a:r>
          </a:p>
          <a:p xmlns:a="http://schemas.openxmlformats.org/drawingml/2006/main">
            <a:r>
              <a:t>  L220: dropEvent(self, e)</a:t>
            </a:r>
          </a:p>
          <a:p xmlns:a="http://schemas.openxmlformats.org/drawingml/2006/main">
            <a:r>
              <a:t>  L223: reset_widths(self)</a:t>
            </a:r>
          </a:p>
          <a:p xmlns:a="http://schemas.openxmlformats.org/drawingml/2006/main">
            <a:r>
              <a:t>SHA256: a230d135d94d3d34d644365f8f7882e2bc500ca6dbc6c2d402ed445691ba4118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参照：developer_mode.bat</a:t>
            </a:r>
          </a:p>
          <a:p xmlns:a="http://schemas.openxmlformats.org/drawingml/2006/main">
            <a:r>
              <a:t>参照：maintenance_mode.bat</a:t>
            </a:r>
          </a:p>
          <a:p xmlns:a="http://schemas.openxmlformats.org/drawingml/2006/main">
            <a:r>
              <a:t>参照：src/fileworkbench/app.py</a:t>
            </a:r>
          </a:p>
          <a:p xmlns:a="http://schemas.openxmlformats.org/drawingml/2006/main">
            <a:r>
              <a:t>L14: class App</a:t>
            </a:r>
          </a:p>
          <a:p xmlns:a="http://schemas.openxmlformats.org/drawingml/2006/main">
            <a:r>
              <a:t>  L15: __init__(self, services=None, initial_module='tree')</a:t>
            </a:r>
          </a:p>
          <a:p xmlns:a="http://schemas.openxmlformats.org/drawingml/2006/main">
            <a:r>
              <a:t>  L35: activate(self, mid)</a:t>
            </a:r>
          </a:p>
          <a:p xmlns:a="http://schemas.openxmlformats.org/drawingml/2006/main">
            <a:r>
              <a:t>  L43: set_linked(self, value)</a:t>
            </a:r>
          </a:p>
          <a:p xmlns:a="http://schemas.openxmlformats.org/drawingml/2006/main">
            <a:r>
              <a:t>  L47: send_paths(self, paths, target=None)</a:t>
            </a:r>
          </a:p>
          <a:p xmlns:a="http://schemas.openxmlformats.org/drawingml/2006/main">
            <a:r>
              <a:t>  L52: send_requested(self, mid, paths)</a:t>
            </a:r>
          </a:p>
          <a:p xmlns:a="http://schemas.openxmlformats.org/drawingml/2006/main">
            <a:r>
              <a:t>  L57: send_selection(self)</a:t>
            </a:r>
          </a:p>
          <a:p xmlns:a="http://schemas.openxmlformats.org/drawingml/2006/main">
            <a:r>
              <a:t>  L65: preview_requested(self, pairs, side)</a:t>
            </a:r>
          </a:p>
          <a:p xmlns:a="http://schemas.openxmlformats.org/drawingml/2006/main">
            <a:r>
              <a:t>  L71: propagate(self, source, paths)</a:t>
            </a:r>
          </a:p>
          <a:p xmlns:a="http://schemas.openxmlformats.org/drawingml/2006/main">
            <a:r>
              <a:t>  L77: on_event(self, event)</a:t>
            </a:r>
          </a:p>
          <a:p xmlns:a="http://schemas.openxmlformats.org/drawingml/2006/main">
            <a:r>
              <a:t>  L86: drain(self)</a:t>
            </a:r>
          </a:p>
          <a:p xmlns:a="http://schemas.openxmlformats.org/drawingml/2006/main">
            <a:r>
              <a:t>  L94: busy_changed(self, busy)</a:t>
            </a:r>
          </a:p>
          <a:p xmlns:a="http://schemas.openxmlformats.org/drawingml/2006/main">
            <a:r>
              <a:t>  L95: changed(self, results)</a:t>
            </a:r>
          </a:p>
          <a:p xmlns:a="http://schemas.openxmlformats.org/drawingml/2006/main">
            <a:r>
              <a:t>  L100: dragEnterEvent(self, e)</a:t>
            </a:r>
          </a:p>
          <a:p xmlns:a="http://schemas.openxmlformats.org/drawingml/2006/main">
            <a:r>
              <a:t>  L102: dropEvent(self, e)</a:t>
            </a:r>
          </a:p>
          <a:p xmlns:a="http://schemas.openxmlformats.org/drawingml/2006/main">
            <a:r>
              <a:t>  L103: detach(self, mid)</a:t>
            </a:r>
          </a:p>
          <a:p xmlns:a="http://schemas.openxmlformats.org/drawingml/2006/main">
            <a:r>
              <a:t>  L108: refresh_favorites(self)</a:t>
            </a:r>
          </a:p>
          <a:p xmlns:a="http://schemas.openxmlformats.org/drawingml/2006/main">
            <a:r>
              <a:t>  L112: apply_favorite(self, index)</a:t>
            </a:r>
          </a:p>
          <a:p xmlns:a="http://schemas.openxmlformats.org/drawingml/2006/main">
            <a:r>
              <a:t>  L115: specification(self)</a:t>
            </a:r>
          </a:p>
          <a:p xmlns:a="http://schemas.openxmlformats.org/drawingml/2006/main">
            <a:r>
              <a:t>  L117: developer(self)</a:t>
            </a:r>
          </a:p>
          <a:p xmlns:a="http://schemas.openxmlformats.org/drawingml/2006/main">
            <a:r>
              <a:t>  L121: closeEvent(self, event)</a:t>
            </a:r>
          </a:p>
          <a:p xmlns:a="http://schemas.openxmlformats.org/drawingml/2006/main">
            <a:r>
              <a:t>L131: error_handler(kind, value, tb)</a:t>
            </a:r>
          </a:p>
          <a:p xmlns:a="http://schemas.openxmlformats.org/drawingml/2006/main">
            <a:r>
              <a:t>L135: main()</a:t>
            </a:r>
          </a:p>
          <a:p xmlns:a="http://schemas.openxmlformats.org/drawingml/2006/main">
            <a:r>
              <a:t>SHA256: bfdc1ea7b17b621525ec1b833ccf682898f18eea9a734556ca4ee88e24568ce9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  <a:p xmlns:a="http://schemas.openxmlformats.org/drawingml/2006/main">
            <a:r>
              <a:t>参照：src/fileworkbench/interfaces/module_box.py</a:t>
            </a:r>
          </a:p>
          <a:p xmlns:a="http://schemas.openxmlformats.org/drawingml/2006/main">
            <a:r>
              <a:t>L3: class ModuleBox</a:t>
            </a:r>
          </a:p>
          <a:p xmlns:a="http://schemas.openxmlformats.org/drawingml/2006/main">
            <a:r>
              <a:t>  L5: __init__(self, port, parent=None)</a:t>
            </a:r>
          </a:p>
          <a:p xmlns:a="http://schemas.openxmlformats.org/drawingml/2006/main">
            <a:r>
              <a:t>SHA256: 57ca639a975dd8dd6dfb20f5bff95c150758c7137572a5a4c41f048e3d018adf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  <a:p xmlns:a="http://schemas.openxmlformats.org/drawingml/2006/main">
            <a:r>
              <a:t>参照：src/fileworkbench/interfaces/adapter.py</a:t>
            </a:r>
          </a:p>
          <a:p xmlns:a="http://schemas.openxmlformats.org/drawingml/2006/main">
            <a:r>
              <a:t>L5: class WidgetModuleAdapter</a:t>
            </a:r>
          </a:p>
          <a:p xmlns:a="http://schemas.openxmlformats.org/drawingml/2006/main">
            <a:r>
              <a:t>  L6: __init__(self, descriptor, widget_class, services, commands)</a:t>
            </a:r>
          </a:p>
          <a:p xmlns:a="http://schemas.openxmlformats.org/drawingml/2006/main">
            <a:r>
              <a:t>  L8: create_widget(self, parent=None)</a:t>
            </a:r>
          </a:p>
          <a:p xmlns:a="http://schemas.openxmlformats.org/drawingml/2006/main">
            <a:r>
              <a:t>  L12: _event(self, name, payload)</a:t>
            </a:r>
          </a:p>
          <a:p xmlns:a="http://schemas.openxmlformats.org/drawingml/2006/main">
            <a:r>
              <a:t>  L15: receive_paths(self, paths, options=None)</a:t>
            </a:r>
          </a:p>
          <a:p xmlns:a="http://schemas.openxmlformats.org/drawingml/2006/main">
            <a:r>
              <a:t>  L16: receive_context(self, context)</a:t>
            </a:r>
          </a:p>
          <a:p xmlns:a="http://schemas.openxmlformats.org/drawingml/2006/main">
            <a:r>
              <a:t>  L26: current_context(self)</a:t>
            </a:r>
          </a:p>
          <a:p xmlns:a="http://schemas.openxmlformats.org/drawingml/2006/main">
            <a:r>
              <a:t>  L30: execute(self, command, payload=None)</a:t>
            </a:r>
          </a:p>
          <a:p xmlns:a="http://schemas.openxmlformats.org/drawingml/2006/main">
            <a:r>
              <a:t>  L40: subscribe(self, callback)</a:t>
            </a:r>
          </a:p>
          <a:p xmlns:a="http://schemas.openxmlformats.org/drawingml/2006/main">
            <a:r>
              <a:t>  L42: unsubscribe(self, callback)</a:t>
            </a:r>
          </a:p>
          <a:p xmlns:a="http://schemas.openxmlformats.org/drawingml/2006/main">
            <a:r>
              <a:t>  L44: emit(self, name, payload=None)</a:t>
            </a:r>
          </a:p>
          <a:p xmlns:a="http://schemas.openxmlformats.org/drawingml/2006/main">
            <a:r>
              <a:t>  L47: shutdown(self)</a:t>
            </a:r>
          </a:p>
          <a:p xmlns:a="http://schemas.openxmlformats.org/drawingml/2006/main">
            <a:r>
              <a:t>SHA256: 245a58d3cb287da2c6ff04479d92f5a3bc4940ec5f7cf1cf39a080e70657d745</a:t>
            </a:r>
          </a:p>
          <a:p xmlns:a="http://schemas.openxmlformats.org/drawingml/2006/main">
            <a:r>
              <a:t>参照：src/fileworkbench/modules/compare/module.py</a:t>
            </a:r>
          </a:p>
          <a:p xmlns:a="http://schemas.openxmlformats.org/drawingml/2006/main">
            <a:r>
              <a:t>L6: class CompareModule</a:t>
            </a:r>
          </a:p>
          <a:p xmlns:a="http://schemas.openxmlformats.org/drawingml/2006/main">
            <a:r>
              <a:t>  L8: __init__(self, services)</a:t>
            </a:r>
          </a:p>
          <a:p xmlns:a="http://schemas.openxmlformats.org/drawingml/2006/main">
            <a:r>
              <a:t>  L18: pick(self, side)</a:t>
            </a:r>
          </a:p>
          <a:p xmlns:a="http://schemas.openxmlformats.org/drawingml/2006/main">
            <a:r>
              <a:t>  L21: receive_paths(self, paths, options=None)</a:t>
            </a:r>
          </a:p>
          <a:p xmlns:a="http://schemas.openxmlformats.org/drawingml/2006/main">
            <a:r>
              <a:t>  L27: swap(self)</a:t>
            </a:r>
          </a:p>
          <a:p xmlns:a="http://schemas.openxmlformats.org/drawingml/2006/main">
            <a:r>
              <a:t>  L30: compare(self)</a:t>
            </a:r>
          </a:p>
          <a:p xmlns:a="http://schemas.openxmlformats.org/drawingml/2006/main">
            <a:r>
              <a:t>  L35: calculate(left, right, cancel, progress, exclusions=())</a:t>
            </a:r>
          </a:p>
          <a:p xmlns:a="http://schemas.openxmlformats.org/drawingml/2006/main">
            <a:r>
              <a:t>  L46: compared(self, rows)</a:t>
            </a:r>
          </a:p>
          <a:p xmlns:a="http://schemas.openxmlformats.org/drawingml/2006/main">
            <a:r>
              <a:t>  L47: render(self, *_)</a:t>
            </a:r>
          </a:p>
          <a:p xmlns:a="http://schemas.openxmlformats.org/drawingml/2006/main">
            <a:r>
              <a:t>  L59: preview_pairs(self)</a:t>
            </a:r>
          </a:p>
          <a:p xmlns:a="http://schemas.openxmlformats.org/drawingml/2006/main">
            <a:r>
              <a:t>  L61: options(self)</a:t>
            </a:r>
          </a:p>
          <a:p xmlns:a="http://schemas.openxmlformats.org/drawingml/2006/main">
            <a:r>
              <a:t>  L62: apply_options(self, options)</a:t>
            </a:r>
          </a:p>
          <a:p xmlns:a="http://schemas.openxmlformats.org/drawingml/2006/main">
            <a:r>
              <a:t>  L67: clear(self)</a:t>
            </a:r>
          </a:p>
          <a:p xmlns:a="http://schemas.openxmlformats.org/drawingml/2006/main">
            <a:r>
              <a:t>SHA256: 388b39ba5391ede415d11f48de10846a05ad573c9414317747fc950c74b51f37</a:t>
            </a:r>
          </a:p>
          <a:p xmlns:a="http://schemas.openxmlformats.org/drawingml/2006/main">
            <a:r>
              <a:t>参照：src/fileworkbench/modules/hash/module.py</a:t>
            </a:r>
          </a:p>
          <a:p xmlns:a="http://schemas.openxmlformats.org/drawingml/2006/main">
            <a:r>
              <a:t>L8: class HashModule</a:t>
            </a:r>
          </a:p>
          <a:p xmlns:a="http://schemas.openxmlformats.org/drawingml/2006/main">
            <a:r>
              <a:t>  L10: __init__(self, services)</a:t>
            </a:r>
          </a:p>
          <a:p xmlns:a="http://schemas.openxmlformats.org/drawingml/2006/main">
            <a:r>
              <a:t>  L20: choose(self)</a:t>
            </a:r>
          </a:p>
          <a:p xmlns:a="http://schemas.openxmlformats.org/drawingml/2006/main">
            <a:r>
              <a:t>  L23: receive_paths(self, paths, options=None)</a:t>
            </a:r>
          </a:p>
          <a:p xmlns:a="http://schemas.openxmlformats.org/drawingml/2006/main">
            <a:r>
              <a:t>  L25: scan(self)</a:t>
            </a:r>
          </a:p>
          <a:p xmlns:a="http://schemas.openxmlformats.org/drawingml/2006/main">
            <a:r>
              <a:t>  L31: calculate(paths, cancel, progress, exclusions=())</a:t>
            </a:r>
          </a:p>
          <a:p xmlns:a="http://schemas.openxmlformats.org/drawingml/2006/main">
            <a:r>
              <a:t>  L45: _progress(self, row)</a:t>
            </a:r>
          </a:p>
          <a:p xmlns:a="http://schemas.openxmlformats.org/drawingml/2006/main">
            <a:r>
              <a:t>  L50: scanned(self, rows)</a:t>
            </a:r>
          </a:p>
          <a:p xmlns:a="http://schemas.openxmlformats.org/drawingml/2006/main">
            <a:r>
              <a:t>  L51: render(self, *_)</a:t>
            </a:r>
          </a:p>
          <a:p xmlns:a="http://schemas.openxmlformats.org/drawingml/2006/main">
            <a:r>
              <a:t>  L63: options(self)</a:t>
            </a:r>
          </a:p>
          <a:p xmlns:a="http://schemas.openxmlformats.org/drawingml/2006/main">
            <a:r>
              <a:t>  L64: apply_options(self, options)</a:t>
            </a:r>
          </a:p>
          <a:p xmlns:a="http://schemas.openxmlformats.org/drawingml/2006/main">
            <a:r>
              <a:t>  L66: export(self, destination=None)</a:t>
            </a:r>
          </a:p>
          <a:p xmlns:a="http://schemas.openxmlformats.org/drawingml/2006/main">
            <a:r>
              <a:t>  L72: clear(self)</a:t>
            </a:r>
          </a:p>
          <a:p xmlns:a="http://schemas.openxmlformats.org/drawingml/2006/main">
            <a:r>
              <a:t>SHA256: 86906fd55a2ec471810556d31ca9750c53b0690b5d2e5916e6b98ef5d7a25107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  <a:p xmlns:a="http://schemas.openxmlformats.org/drawingml/2006/main">
            <a:r>
              <a:t>参照：config/modules/hash.json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"hash",</a:t>
            </a:r>
          </a:p>
          <a:p xmlns:a="http://schemas.openxmlformats.org/drawingml/2006/main">
            <a:r>
              <a:t>  "name": "HASH・重複",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"hash_color.svg",</a:t>
            </a:r>
          </a:p>
          <a:p xmlns:a="http://schemas.openxmlformats.org/drawingml/2006/main">
            <a:r>
              <a:t>  "description": "HASH・重複の独立モジュール",</a:t>
            </a:r>
          </a:p>
          <a:p xmlns:a="http://schemas.openxmlformats.org/drawingml/2006/main">
            <a:r>
              <a:t>  "entrypoint": "fileworkbench.modules.hash.module",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"scan": "scan",</a:t>
            </a:r>
          </a:p>
          <a:p xmlns:a="http://schemas.openxmlformats.org/drawingml/2006/main">
            <a:r>
              <a:t>    "refresh": "render",</a:t>
            </a:r>
          </a:p>
          <a:p xmlns:a="http://schemas.openxmlformats.org/drawingml/2006/main">
            <a:r>
              <a:t>    "export": "export",</a:t>
            </a:r>
          </a:p>
          <a:p xmlns:a="http://schemas.openxmlformats.org/drawingml/2006/main">
            <a:r>
              <a:t>    "clear": "clear"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"scan",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"export",</a:t>
            </a:r>
          </a:p>
          <a:p xmlns:a="http://schemas.openxmlformats.org/drawingml/2006/main">
            <a:r>
              <a:t>    "clear"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"files",</a:t>
            </a:r>
          </a:p>
          <a:p xmlns:a="http://schemas.openxmlformats.org/drawingml/2006/main">
            <a:r>
              <a:t>    "folder"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"scan.completed",</a:t>
            </a:r>
          </a:p>
          <a:p xmlns:a="http://schemas.openxmlformats.org/drawingml/2006/main">
            <a:r>
              <a:t>    "export.completed"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参照：config/modules/compare.json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"compare",</a:t>
            </a:r>
          </a:p>
          <a:p xmlns:a="http://schemas.openxmlformats.org/drawingml/2006/main">
            <a:r>
              <a:t>  "name": "左右比較",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"compare_color.svg",</a:t>
            </a:r>
          </a:p>
          <a:p xmlns:a="http://schemas.openxmlformats.org/drawingml/2006/main">
            <a:r>
              <a:t>  "description": "左右比較の独立モジュール",</a:t>
            </a:r>
          </a:p>
          <a:p xmlns:a="http://schemas.openxmlformats.org/drawingml/2006/main">
            <a:r>
              <a:t>  "entrypoint": "fileworkbench.modules.compare.module",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"compare": "compare",</a:t>
            </a:r>
          </a:p>
          <a:p xmlns:a="http://schemas.openxmlformats.org/drawingml/2006/main">
            <a:r>
              <a:t>    "swap": "swap",</a:t>
            </a:r>
          </a:p>
          <a:p xmlns:a="http://schemas.openxmlformats.org/drawingml/2006/main">
            <a:r>
              <a:t>    "clear": "clear",</a:t>
            </a:r>
          </a:p>
          <a:p xmlns:a="http://schemas.openxmlformats.org/drawingml/2006/main">
            <a:r>
              <a:t>    "refresh": "render"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"compare",</a:t>
            </a:r>
          </a:p>
          <a:p xmlns:a="http://schemas.openxmlformats.org/drawingml/2006/main">
            <a:r>
              <a:t>    "swap",</a:t>
            </a:r>
          </a:p>
          <a:p xmlns:a="http://schemas.openxmlformats.org/drawingml/2006/main">
            <a:r>
              <a:t>    "clear",</a:t>
            </a:r>
          </a:p>
          <a:p xmlns:a="http://schemas.openxmlformats.org/drawingml/2006/main">
            <a:r>
              <a:t>    "refresh"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"left_folder",</a:t>
            </a:r>
          </a:p>
          <a:p xmlns:a="http://schemas.openxmlformats.org/drawingml/2006/main">
            <a:r>
              <a:t>    "right_folder"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"compare.completed"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参照：config/modules/rename.json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"rename",</a:t>
            </a:r>
          </a:p>
          <a:p xmlns:a="http://schemas.openxmlformats.org/drawingml/2006/main">
            <a:r>
              <a:t>  "name": "一括リネーム",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"rename_color.svg",</a:t>
            </a:r>
          </a:p>
          <a:p xmlns:a="http://schemas.openxmlformats.org/drawingml/2006/main">
            <a:r>
              <a:t>  "description": "一括リネームの独立モジュール",</a:t>
            </a:r>
          </a:p>
          <a:p xmlns:a="http://schemas.openxmlformats.org/drawingml/2006/main">
            <a:r>
              <a:t>  "entrypoint": "fileworkbench.modules.rename.module",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"refresh": "preview",</a:t>
            </a:r>
          </a:p>
          <a:p xmlns:a="http://schemas.openxmlformats.org/drawingml/2006/main">
            <a:r>
              <a:t>    "preview": "dry_run",</a:t>
            </a:r>
          </a:p>
          <a:p xmlns:a="http://schemas.openxmlformats.org/drawingml/2006/main">
            <a:r>
              <a:t>    "rename": "execute",</a:t>
            </a:r>
          </a:p>
          <a:p xmlns:a="http://schemas.openxmlformats.org/drawingml/2006/main">
            <a:r>
              <a:t>    "undo": "undo",</a:t>
            </a:r>
          </a:p>
          <a:p xmlns:a="http://schemas.openxmlformats.org/drawingml/2006/main">
            <a:r>
              <a:t>    "clear": "clear",</a:t>
            </a:r>
          </a:p>
          <a:p xmlns:a="http://schemas.openxmlformats.org/drawingml/2006/main">
            <a:r>
              <a:t>    "retry_failed": "retry_failed"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"preview",</a:t>
            </a:r>
          </a:p>
          <a:p xmlns:a="http://schemas.openxmlformats.org/drawingml/2006/main">
            <a:r>
              <a:t>    "rename",</a:t>
            </a:r>
          </a:p>
          <a:p xmlns:a="http://schemas.openxmlformats.org/drawingml/2006/main">
            <a:r>
              <a:t>    "undo",</a:t>
            </a:r>
          </a:p>
          <a:p xmlns:a="http://schemas.openxmlformats.org/drawingml/2006/main">
            <a:r>
              <a:t>    "clear",</a:t>
            </a:r>
          </a:p>
          <a:p xmlns:a="http://schemas.openxmlformats.org/drawingml/2006/main">
            <a:r>
              <a:t>    "retry_failed"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"files",</a:t>
            </a:r>
          </a:p>
          <a:p xmlns:a="http://schemas.openxmlformats.org/drawingml/2006/main">
            <a:r>
              <a:t>    "folder"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"preview.completed",</a:t>
            </a:r>
          </a:p>
          <a:p xmlns:a="http://schemas.openxmlformats.org/drawingml/2006/main">
            <a:r>
              <a:t>    "rename.completed"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  <a:p xmlns:a="http://schemas.openxmlformats.org/drawingml/2006/main">
            <a:r>
              <a:t>参照：src/fileworkbench/core/storage.py</a:t>
            </a:r>
          </a:p>
          <a:p xmlns:a="http://schemas.openxmlformats.org/drawingml/2006/main">
            <a:r>
              <a:t>L7: class Store</a:t>
            </a:r>
          </a:p>
          <a:p xmlns:a="http://schemas.openxmlformats.org/drawingml/2006/main">
            <a:r>
              <a:t>  L8: __init__(self, directory=None)</a:t>
            </a:r>
          </a:p>
          <a:p xmlns:a="http://schemas.openxmlformats.org/drawingml/2006/main">
            <a:r>
              <a:t>  L17: save(self)</a:t>
            </a:r>
          </a:p>
          <a:p xmlns:a="http://schemas.openxmlformats.org/drawingml/2006/main">
            <a:r>
              <a:t>  L22: setting(self, key, default=None)</a:t>
            </a:r>
          </a:p>
          <a:p xmlns:a="http://schemas.openxmlformats.org/drawingml/2006/main">
            <a:r>
              <a:t>  L24: set_setting(self, key, value)</a:t>
            </a:r>
          </a:p>
          <a:p xmlns:a="http://schemas.openxmlformats.org/drawingml/2006/main">
            <a:r>
              <a:t>  L26: record(self, row)</a:t>
            </a:r>
          </a:p>
          <a:p xmlns:a="http://schemas.openxmlformats.org/drawingml/2006/main">
            <a:r>
              <a:t>  L28: update(self, record_id, **values)</a:t>
            </a:r>
          </a:p>
          <a:p xmlns:a="http://schemas.openxmlformats.org/drawingml/2006/main">
            <a:r>
              <a:t>  L32: history(self)</a:t>
            </a:r>
          </a:p>
          <a:p xmlns:a="http://schemas.openxmlformats.org/drawingml/2006/main">
            <a:r>
              <a:t>SHA256: d76256e5bc5bf80063ef5c8257ebea6af0d26e4f83f87414c9b993e2eabd57b5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  <a:p xmlns:a="http://schemas.openxmlformats.org/drawingml/2006/main">
            <a:r>
              <a:t>参照：src/fileworkbench/ui/standalone.py</a:t>
            </a:r>
          </a:p>
          <a:p xmlns:a="http://schemas.openxmlformats.org/drawingml/2006/main">
            <a:r>
              <a:t>L7: class StandaloneWindow</a:t>
            </a:r>
          </a:p>
          <a:p xmlns:a="http://schemas.openxmlformats.org/drawingml/2006/main">
            <a:r>
              <a:t>  L8: __init__(self, module_id, services=None, parent=None)</a:t>
            </a:r>
          </a:p>
          <a:p xmlns:a="http://schemas.openxmlformats.org/drawingml/2006/main">
            <a:r>
              <a:t>  L19: send_requested(self, module_id, paths)</a:t>
            </a:r>
          </a:p>
          <a:p xmlns:a="http://schemas.openxmlformats.org/drawingml/2006/main">
            <a:r>
              <a:t>  L26: preview_requested(self, pairs, side)</a:t>
            </a:r>
          </a:p>
          <a:p xmlns:a="http://schemas.openxmlformats.org/drawingml/2006/main">
            <a:r>
              <a:t>  L30: closeEvent(self, event)</a:t>
            </a:r>
          </a:p>
          <a:p xmlns:a="http://schemas.openxmlformats.org/drawingml/2006/main">
            <a:r>
              <a:t>SHA256: 602be7b6d21664e1da454e2896e4ae94ead4a0c39f8104382e25243d1bc4d265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参照：tests/test_app.py</a:t>
            </a:r>
          </a:p>
          <a:p xmlns:a="http://schemas.openxmlformats.org/drawingml/2006/main">
            <a:r>
              <a:t>参照：tests/test_extended.py</a:t>
            </a:r>
          </a:p>
          <a:p xmlns:a="http://schemas.openxmlformats.org/drawingml/2006/main">
            <a:r>
              <a:t>参照：tests/test_regressions.py</a:t>
            </a:r>
          </a:p>
          <a:p xmlns:a="http://schemas.openxmlformats.org/drawingml/2006/main">
            <a:r>
              <a:t>参照：tests/test_preview_upgrade.py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参照：scripts/build_windows.py</a:t>
            </a:r>
          </a:p>
          <a:p xmlns:a="http://schemas.openxmlformats.org/drawingml/2006/main">
            <a:r>
              <a:t>参照：scripts/package_release.py</a:t>
            </a:r>
          </a:p>
          <a:p xmlns:a="http://schemas.openxmlformats.org/drawingml/2006/main">
            <a:r>
              <a:t>参照：scripts/smoke_exe.py</a:t>
            </a:r>
          </a:p>
          <a:p xmlns:a="http://schemas.openxmlformats.org/drawingml/2006/main">
            <a:r>
              <a:t>参照：requirements-build-lock.txt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参照：docs/PREVIEW_UPGRADE_3.2.2.md</a:t>
            </a:r>
          </a:p>
          <a:p xmlns:a="http://schemas.openxmlformats.org/drawingml/2006/main">
            <a:r>
              <a:t>参照：docs/WINDOWS_EXE_SMOKE.json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null,</a:t>
            </a:r>
          </a:p>
          <a:p xmlns:a="http://schemas.openxmlformats.org/drawingml/2006/main">
            <a:r>
              <a:t>    "developer":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"tree",</a:t>
            </a:r>
          </a:p>
          <a:p xmlns:a="http://schemas.openxmlformats.org/drawingml/2006/main">
            <a:r>
              <a:t>    "developer":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"rename",</a:t>
            </a:r>
          </a:p>
          <a:p xmlns:a="http://schemas.openxmlformats.org/drawingml/2006/main">
            <a:r>
              <a:t>    "developer":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"preview",</a:t>
            </a:r>
          </a:p>
          <a:p xmlns:a="http://schemas.openxmlformats.org/drawingml/2006/main">
            <a:r>
              <a:t>    "developer":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"compare",</a:t>
            </a:r>
          </a:p>
          <a:p xmlns:a="http://schemas.openxmlformats.org/drawingml/2006/main">
            <a:r>
              <a:t>    "developer":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"hash",</a:t>
            </a:r>
          </a:p>
          <a:p xmlns:a="http://schemas.openxmlformats.org/drawingml/2006/main">
            <a:r>
              <a:t>    "developer":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"history",</a:t>
            </a:r>
          </a:p>
          <a:p xmlns:a="http://schemas.openxmlformats.org/drawingml/2006/main">
            <a:r>
              <a:t>    "developer":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"recycle",</a:t>
            </a:r>
          </a:p>
          <a:p xmlns:a="http://schemas.openxmlformats.org/drawingml/2006/main">
            <a:r>
              <a:t>    "developer":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"presets",</a:t>
            </a:r>
          </a:p>
          <a:p xmlns:a="http://schemas.openxmlformats.org/drawingml/2006/main">
            <a:r>
              <a:t>    "developer":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null,</a:t>
            </a:r>
          </a:p>
          <a:p xmlns:a="http://schemas.openxmlformats.org/drawingml/2006/main">
            <a:r>
              <a:t>    "developer": true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"version": "3.2.2 RC",</a:t>
            </a:r>
          </a:p>
          <a:p xmlns:a="http://schemas.openxmlformats.org/drawingml/2006/main">
            <a:r>
              <a:t>    "startup": "OK",</a:t>
            </a:r>
          </a:p>
          <a:p xmlns:a="http://schemas.openxmlformats.org/drawingml/2006/main">
            <a:r>
              <a:t>    "module": null,</a:t>
            </a:r>
          </a:p>
          <a:p xmlns:a="http://schemas.openxmlformats.org/drawingml/2006/main">
            <a:r>
              <a:t>    "developer": true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参照：build.log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参照：src/fileworkbench/interfaces/contracts.py</a:t>
            </a:r>
          </a:p>
          <a:p xmlns:a="http://schemas.openxmlformats.org/drawingml/2006/main">
            <a:r>
              <a:t>L7: class ModuleDescriptor</a:t>
            </a:r>
          </a:p>
          <a:p xmlns:a="http://schemas.openxmlformats.org/drawingml/2006/main">
            <a:r>
              <a:t>L18: class ModuleContext</a:t>
            </a:r>
          </a:p>
          <a:p xmlns:a="http://schemas.openxmlformats.org/drawingml/2006/main">
            <a:r>
              <a:t>L25: class ModuleEvent</a:t>
            </a:r>
          </a:p>
          <a:p xmlns:a="http://schemas.openxmlformats.org/drawingml/2006/main">
            <a:r>
              <a:t>L30: class ModulePort</a:t>
            </a:r>
          </a:p>
          <a:p xmlns:a="http://schemas.openxmlformats.org/drawingml/2006/main">
            <a:r>
              <a:t>  L32: create_widget(self, parent: QWidget | None=None)</a:t>
            </a:r>
          </a:p>
          <a:p xmlns:a="http://schemas.openxmlformats.org/drawingml/2006/main">
            <a:r>
              <a:t>  L33: receive_context(self, context: ModuleContext)</a:t>
            </a:r>
          </a:p>
          <a:p xmlns:a="http://schemas.openxmlformats.org/drawingml/2006/main">
            <a:r>
              <a:t>  L34: current_context(self)</a:t>
            </a:r>
          </a:p>
          <a:p xmlns:a="http://schemas.openxmlformats.org/drawingml/2006/main">
            <a:r>
              <a:t>  L35: execute(self, command: str, payload: dict[str, Any] | None=None)</a:t>
            </a:r>
          </a:p>
          <a:p xmlns:a="http://schemas.openxmlformats.org/drawingml/2006/main">
            <a:r>
              <a:t>  L36: subscribe(self, callback: Callable[[ModuleEvent], None])</a:t>
            </a:r>
          </a:p>
          <a:p xmlns:a="http://schemas.openxmlformats.org/drawingml/2006/main">
            <a:r>
              <a:t>  L37: shutdown(self)</a:t>
            </a:r>
          </a:p>
          <a:p xmlns:a="http://schemas.openxmlformats.org/drawingml/2006/main">
            <a:r>
              <a:t>SHA256: 6e8ee4cab47cd56597531fe456b20d5e5f0fa70d23735ccb4d9423982040d532</a:t>
            </a:r>
          </a:p>
          <a:p xmlns:a="http://schemas.openxmlformats.org/drawingml/2006/main">
            <a:r>
              <a:t>参照：tests/test_preview_upgrade.py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参照：src/fileworkbench/interfaces/contracts.py</a:t>
            </a:r>
          </a:p>
          <a:p xmlns:a="http://schemas.openxmlformats.org/drawingml/2006/main">
            <a:r>
              <a:t>L7: class ModuleDescriptor</a:t>
            </a:r>
          </a:p>
          <a:p xmlns:a="http://schemas.openxmlformats.org/drawingml/2006/main">
            <a:r>
              <a:t>L18: class ModuleContext</a:t>
            </a:r>
          </a:p>
          <a:p xmlns:a="http://schemas.openxmlformats.org/drawingml/2006/main">
            <a:r>
              <a:t>L25: class ModuleEvent</a:t>
            </a:r>
          </a:p>
          <a:p xmlns:a="http://schemas.openxmlformats.org/drawingml/2006/main">
            <a:r>
              <a:t>L30: class ModulePort</a:t>
            </a:r>
          </a:p>
          <a:p xmlns:a="http://schemas.openxmlformats.org/drawingml/2006/main">
            <a:r>
              <a:t>  L32: create_widget(self, parent: QWidget | None=None)</a:t>
            </a:r>
          </a:p>
          <a:p xmlns:a="http://schemas.openxmlformats.org/drawingml/2006/main">
            <a:r>
              <a:t>  L33: receive_context(self, context: ModuleContext)</a:t>
            </a:r>
          </a:p>
          <a:p xmlns:a="http://schemas.openxmlformats.org/drawingml/2006/main">
            <a:r>
              <a:t>  L34: current_context(self)</a:t>
            </a:r>
          </a:p>
          <a:p xmlns:a="http://schemas.openxmlformats.org/drawingml/2006/main">
            <a:r>
              <a:t>  L35: execute(self, command: str, payload: dict[str, Any] | None=None)</a:t>
            </a:r>
          </a:p>
          <a:p xmlns:a="http://schemas.openxmlformats.org/drawingml/2006/main">
            <a:r>
              <a:t>  L36: subscribe(self, callback: Callable[[ModuleEvent], None])</a:t>
            </a:r>
          </a:p>
          <a:p xmlns:a="http://schemas.openxmlformats.org/drawingml/2006/main">
            <a:r>
              <a:t>  L37: shutdown(self)</a:t>
            </a:r>
          </a:p>
          <a:p xmlns:a="http://schemas.openxmlformats.org/drawingml/2006/main">
            <a:r>
              <a:t>SHA256: 6e8ee4cab47cd56597531fe456b20d5e5f0fa70d23735ccb4d9423982040d532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参照：src/fileworkbench/interfaces/adapter.py</a:t>
            </a:r>
          </a:p>
          <a:p xmlns:a="http://schemas.openxmlformats.org/drawingml/2006/main">
            <a:r>
              <a:t>L5: class WidgetModuleAdapter</a:t>
            </a:r>
          </a:p>
          <a:p xmlns:a="http://schemas.openxmlformats.org/drawingml/2006/main">
            <a:r>
              <a:t>  L6: __init__(self, descriptor, widget_class, services, commands)</a:t>
            </a:r>
          </a:p>
          <a:p xmlns:a="http://schemas.openxmlformats.org/drawingml/2006/main">
            <a:r>
              <a:t>  L8: create_widget(self, parent=None)</a:t>
            </a:r>
          </a:p>
          <a:p xmlns:a="http://schemas.openxmlformats.org/drawingml/2006/main">
            <a:r>
              <a:t>  L12: _event(self, name, payload)</a:t>
            </a:r>
          </a:p>
          <a:p xmlns:a="http://schemas.openxmlformats.org/drawingml/2006/main">
            <a:r>
              <a:t>  L15: receive_paths(self, paths, options=None)</a:t>
            </a:r>
          </a:p>
          <a:p xmlns:a="http://schemas.openxmlformats.org/drawingml/2006/main">
            <a:r>
              <a:t>  L16: receive_context(self, context)</a:t>
            </a:r>
          </a:p>
          <a:p xmlns:a="http://schemas.openxmlformats.org/drawingml/2006/main">
            <a:r>
              <a:t>  L26: current_context(self)</a:t>
            </a:r>
          </a:p>
          <a:p xmlns:a="http://schemas.openxmlformats.org/drawingml/2006/main">
            <a:r>
              <a:t>  L30: execute(self, command, payload=None)</a:t>
            </a:r>
          </a:p>
          <a:p xmlns:a="http://schemas.openxmlformats.org/drawingml/2006/main">
            <a:r>
              <a:t>  L40: subscribe(self, callback)</a:t>
            </a:r>
          </a:p>
          <a:p xmlns:a="http://schemas.openxmlformats.org/drawingml/2006/main">
            <a:r>
              <a:t>  L42: unsubscribe(self, callback)</a:t>
            </a:r>
          </a:p>
          <a:p xmlns:a="http://schemas.openxmlformats.org/drawingml/2006/main">
            <a:r>
              <a:t>  L44: emit(self, name, payload=None)</a:t>
            </a:r>
          </a:p>
          <a:p xmlns:a="http://schemas.openxmlformats.org/drawingml/2006/main">
            <a:r>
              <a:t>  L47: shutdown(self)</a:t>
            </a:r>
          </a:p>
          <a:p xmlns:a="http://schemas.openxmlformats.org/drawingml/2006/main">
            <a:r>
              <a:t>SHA256: 245a58d3cb287da2c6ff04479d92f5a3bc4940ec5f7cf1cf39a080e70657d745</a:t>
            </a:r>
          </a:p>
          <a:p xmlns:a="http://schemas.openxmlformats.org/drawingml/2006/main">
            <a:r>
              <a:t>参照：src/fileworkbench/core/storage.py</a:t>
            </a:r>
          </a:p>
          <a:p xmlns:a="http://schemas.openxmlformats.org/drawingml/2006/main">
            <a:r>
              <a:t>L7: class Store</a:t>
            </a:r>
          </a:p>
          <a:p xmlns:a="http://schemas.openxmlformats.org/drawingml/2006/main">
            <a:r>
              <a:t>  L8: __init__(self, directory=None)</a:t>
            </a:r>
          </a:p>
          <a:p xmlns:a="http://schemas.openxmlformats.org/drawingml/2006/main">
            <a:r>
              <a:t>  L17: save(self)</a:t>
            </a:r>
          </a:p>
          <a:p xmlns:a="http://schemas.openxmlformats.org/drawingml/2006/main">
            <a:r>
              <a:t>  L22: setting(self, key, default=None)</a:t>
            </a:r>
          </a:p>
          <a:p xmlns:a="http://schemas.openxmlformats.org/drawingml/2006/main">
            <a:r>
              <a:t>  L24: set_setting(self, key, value)</a:t>
            </a:r>
          </a:p>
          <a:p xmlns:a="http://schemas.openxmlformats.org/drawingml/2006/main">
            <a:r>
              <a:t>  L26: record(self, row)</a:t>
            </a:r>
          </a:p>
          <a:p xmlns:a="http://schemas.openxmlformats.org/drawingml/2006/main">
            <a:r>
              <a:t>  L28: update(self, record_id, **values)</a:t>
            </a:r>
          </a:p>
          <a:p xmlns:a="http://schemas.openxmlformats.org/drawingml/2006/main">
            <a:r>
              <a:t>  L32: history(self)</a:t>
            </a:r>
          </a:p>
          <a:p xmlns:a="http://schemas.openxmlformats.org/drawingml/2006/main">
            <a:r>
              <a:t>SHA256: d76256e5bc5bf80063ef5c8257ebea6af0d26e4f83f87414c9b993e2eabd57b5</a:t>
            </a:r>
          </a:p>
          <a:p xmlns:a="http://schemas.openxmlformats.org/drawingml/2006/main">
            <a:r>
              <a:t>参照：src/fileworkbench/app.py</a:t>
            </a:r>
          </a:p>
          <a:p xmlns:a="http://schemas.openxmlformats.org/drawingml/2006/main">
            <a:r>
              <a:t>L14: class App</a:t>
            </a:r>
          </a:p>
          <a:p xmlns:a="http://schemas.openxmlformats.org/drawingml/2006/main">
            <a:r>
              <a:t>  L15: __init__(self, services=None, initial_module='tree')</a:t>
            </a:r>
          </a:p>
          <a:p xmlns:a="http://schemas.openxmlformats.org/drawingml/2006/main">
            <a:r>
              <a:t>  L35: activate(self, mid)</a:t>
            </a:r>
          </a:p>
          <a:p xmlns:a="http://schemas.openxmlformats.org/drawingml/2006/main">
            <a:r>
              <a:t>  L43: set_linked(self, value)</a:t>
            </a:r>
          </a:p>
          <a:p xmlns:a="http://schemas.openxmlformats.org/drawingml/2006/main">
            <a:r>
              <a:t>  L47: send_paths(self, paths, target=None)</a:t>
            </a:r>
          </a:p>
          <a:p xmlns:a="http://schemas.openxmlformats.org/drawingml/2006/main">
            <a:r>
              <a:t>  L52: send_requested(self, mid, paths)</a:t>
            </a:r>
          </a:p>
          <a:p xmlns:a="http://schemas.openxmlformats.org/drawingml/2006/main">
            <a:r>
              <a:t>  L57: send_selection(self)</a:t>
            </a:r>
          </a:p>
          <a:p xmlns:a="http://schemas.openxmlformats.org/drawingml/2006/main">
            <a:r>
              <a:t>  L65: preview_requested(self, pairs, side)</a:t>
            </a:r>
          </a:p>
          <a:p xmlns:a="http://schemas.openxmlformats.org/drawingml/2006/main">
            <a:r>
              <a:t>  L71: propagate(self, source, paths)</a:t>
            </a:r>
          </a:p>
          <a:p xmlns:a="http://schemas.openxmlformats.org/drawingml/2006/main">
            <a:r>
              <a:t>  L77: on_event(self, event)</a:t>
            </a:r>
          </a:p>
          <a:p xmlns:a="http://schemas.openxmlformats.org/drawingml/2006/main">
            <a:r>
              <a:t>  L86: drain(self)</a:t>
            </a:r>
          </a:p>
          <a:p xmlns:a="http://schemas.openxmlformats.org/drawingml/2006/main">
            <a:r>
              <a:t>  L94: busy_changed(self, busy)</a:t>
            </a:r>
          </a:p>
          <a:p xmlns:a="http://schemas.openxmlformats.org/drawingml/2006/main">
            <a:r>
              <a:t>  L95: changed(self, results)</a:t>
            </a:r>
          </a:p>
          <a:p xmlns:a="http://schemas.openxmlformats.org/drawingml/2006/main">
            <a:r>
              <a:t>  L100: dragEnterEvent(self, e)</a:t>
            </a:r>
          </a:p>
          <a:p xmlns:a="http://schemas.openxmlformats.org/drawingml/2006/main">
            <a:r>
              <a:t>  L102: dropEvent(self, e)</a:t>
            </a:r>
          </a:p>
          <a:p xmlns:a="http://schemas.openxmlformats.org/drawingml/2006/main">
            <a:r>
              <a:t>  L103: detach(self, mid)</a:t>
            </a:r>
          </a:p>
          <a:p xmlns:a="http://schemas.openxmlformats.org/drawingml/2006/main">
            <a:r>
              <a:t>  L108: refresh_favorites(self)</a:t>
            </a:r>
          </a:p>
          <a:p xmlns:a="http://schemas.openxmlformats.org/drawingml/2006/main">
            <a:r>
              <a:t>  L112: apply_favorite(self, index)</a:t>
            </a:r>
          </a:p>
          <a:p xmlns:a="http://schemas.openxmlformats.org/drawingml/2006/main">
            <a:r>
              <a:t>  L115: specification(self)</a:t>
            </a:r>
          </a:p>
          <a:p xmlns:a="http://schemas.openxmlformats.org/drawingml/2006/main">
            <a:r>
              <a:t>  L117: developer(self)</a:t>
            </a:r>
          </a:p>
          <a:p xmlns:a="http://schemas.openxmlformats.org/drawingml/2006/main">
            <a:r>
              <a:t>  L121: closeEvent(self, event)</a:t>
            </a:r>
          </a:p>
          <a:p xmlns:a="http://schemas.openxmlformats.org/drawingml/2006/main">
            <a:r>
              <a:t>L131: error_handler(kind, value, tb)</a:t>
            </a:r>
          </a:p>
          <a:p xmlns:a="http://schemas.openxmlformats.org/drawingml/2006/main">
            <a:r>
              <a:t>L135: main()</a:t>
            </a:r>
          </a:p>
          <a:p xmlns:a="http://schemas.openxmlformats.org/drawingml/2006/main">
            <a:r>
              <a:t>SHA256: bfdc1ea7b17b621525ec1b833ccf682898f18eea9a734556ca4ee88e24568ce9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参照：src/fileworkbench/__init__.py</a:t>
            </a:r>
          </a:p>
          <a:p xmlns:a="http://schemas.openxmlformats.org/drawingml/2006/main">
            <a:r>
              <a:t>SHA256: 9c2f7a695c3e3c741d364c0dee2c7582c4f6f3c098977f1770ea5c8b4ca9aaca</a:t>
            </a:r>
          </a:p>
          <a:p xmlns:a="http://schemas.openxmlformats.org/drawingml/2006/main">
            <a:r>
              <a:t>参照：src/fileworkbench/__main__.py</a:t>
            </a:r>
          </a:p>
          <a:p xmlns:a="http://schemas.openxmlformats.org/drawingml/2006/main">
            <a:r>
              <a:t>SHA256: 0ba4c6fe1dc77ad5e595e96efde4d7e256b1dabbfba543be7258dfa4fb2c62c8</a:t>
            </a:r>
          </a:p>
          <a:p xmlns:a="http://schemas.openxmlformats.org/drawingml/2006/main">
            <a:r>
              <a:t>参照：src/fileworkbench/app.py</a:t>
            </a:r>
          </a:p>
          <a:p xmlns:a="http://schemas.openxmlformats.org/drawingml/2006/main">
            <a:r>
              <a:t>L14: class App</a:t>
            </a:r>
          </a:p>
          <a:p xmlns:a="http://schemas.openxmlformats.org/drawingml/2006/main">
            <a:r>
              <a:t>  L15: __init__(self, services=None, initial_module='tree')</a:t>
            </a:r>
          </a:p>
          <a:p xmlns:a="http://schemas.openxmlformats.org/drawingml/2006/main">
            <a:r>
              <a:t>  L35: activate(self, mid)</a:t>
            </a:r>
          </a:p>
          <a:p xmlns:a="http://schemas.openxmlformats.org/drawingml/2006/main">
            <a:r>
              <a:t>  L43: set_linked(self, value)</a:t>
            </a:r>
          </a:p>
          <a:p xmlns:a="http://schemas.openxmlformats.org/drawingml/2006/main">
            <a:r>
              <a:t>  L47: send_paths(self, paths, target=None)</a:t>
            </a:r>
          </a:p>
          <a:p xmlns:a="http://schemas.openxmlformats.org/drawingml/2006/main">
            <a:r>
              <a:t>  L52: send_requested(self, mid, paths)</a:t>
            </a:r>
          </a:p>
          <a:p xmlns:a="http://schemas.openxmlformats.org/drawingml/2006/main">
            <a:r>
              <a:t>  L57: send_selection(self)</a:t>
            </a:r>
          </a:p>
          <a:p xmlns:a="http://schemas.openxmlformats.org/drawingml/2006/main">
            <a:r>
              <a:t>  L65: preview_requested(self, pairs, side)</a:t>
            </a:r>
          </a:p>
          <a:p xmlns:a="http://schemas.openxmlformats.org/drawingml/2006/main">
            <a:r>
              <a:t>  L71: propagate(self, source, paths)</a:t>
            </a:r>
          </a:p>
          <a:p xmlns:a="http://schemas.openxmlformats.org/drawingml/2006/main">
            <a:r>
              <a:t>  L77: on_event(self, event)</a:t>
            </a:r>
          </a:p>
          <a:p xmlns:a="http://schemas.openxmlformats.org/drawingml/2006/main">
            <a:r>
              <a:t>  L86: drain(self)</a:t>
            </a:r>
          </a:p>
          <a:p xmlns:a="http://schemas.openxmlformats.org/drawingml/2006/main">
            <a:r>
              <a:t>  L94: busy_changed(self, busy)</a:t>
            </a:r>
          </a:p>
          <a:p xmlns:a="http://schemas.openxmlformats.org/drawingml/2006/main">
            <a:r>
              <a:t>  L95: changed(self, results)</a:t>
            </a:r>
          </a:p>
          <a:p xmlns:a="http://schemas.openxmlformats.org/drawingml/2006/main">
            <a:r>
              <a:t>  L100: dragEnterEvent(self, e)</a:t>
            </a:r>
          </a:p>
          <a:p xmlns:a="http://schemas.openxmlformats.org/drawingml/2006/main">
            <a:r>
              <a:t>  L102: dropEvent(self, e)</a:t>
            </a:r>
          </a:p>
          <a:p xmlns:a="http://schemas.openxmlformats.org/drawingml/2006/main">
            <a:r>
              <a:t>  L103: detach(self, mid)</a:t>
            </a:r>
          </a:p>
          <a:p xmlns:a="http://schemas.openxmlformats.org/drawingml/2006/main">
            <a:r>
              <a:t>  L108: refresh_favorites(self)</a:t>
            </a:r>
          </a:p>
          <a:p xmlns:a="http://schemas.openxmlformats.org/drawingml/2006/main">
            <a:r>
              <a:t>  L112: apply_favorite(self, index)</a:t>
            </a:r>
          </a:p>
          <a:p xmlns:a="http://schemas.openxmlformats.org/drawingml/2006/main">
            <a:r>
              <a:t>  L115: specification(self)</a:t>
            </a:r>
          </a:p>
          <a:p xmlns:a="http://schemas.openxmlformats.org/drawingml/2006/main">
            <a:r>
              <a:t>  L117: developer(self)</a:t>
            </a:r>
          </a:p>
          <a:p xmlns:a="http://schemas.openxmlformats.org/drawingml/2006/main">
            <a:r>
              <a:t>  L121: closeEvent(self, event)</a:t>
            </a:r>
          </a:p>
          <a:p xmlns:a="http://schemas.openxmlformats.org/drawingml/2006/main">
            <a:r>
              <a:t>L131: error_handler(kind, value, tb)</a:t>
            </a:r>
          </a:p>
          <a:p xmlns:a="http://schemas.openxmlformats.org/drawingml/2006/main">
            <a:r>
              <a:t>L135: main()</a:t>
            </a:r>
          </a:p>
          <a:p xmlns:a="http://schemas.openxmlformats.org/drawingml/2006/main">
            <a:r>
              <a:t>SHA256: bfdc1ea7b17b621525ec1b833ccf682898f18eea9a734556ca4ee88e24568ce9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参照：src/fileworkbench/core/changes.py</a:t>
            </a:r>
          </a:p>
          <a:p xmlns:a="http://schemas.openxmlformats.org/drawingml/2006/main">
            <a:r>
              <a:t>L4: updated_path(raw, results)</a:t>
            </a:r>
          </a:p>
          <a:p xmlns:a="http://schemas.openxmlformats.org/drawingml/2006/main">
            <a:r>
              <a:t>SHA256: ccd0b3e991b6927e05428bd6bef685aed9ab4f4be7782fc580b19f2ff9678e4c</a:t>
            </a:r>
          </a:p>
          <a:p xmlns:a="http://schemas.openxmlformats.org/drawingml/2006/main">
            <a:r>
              <a:t>参照：src/fileworkbench/core/common.py</a:t>
            </a:r>
          </a:p>
          <a:p xmlns:a="http://schemas.openxmlformats.org/drawingml/2006/main">
            <a:r>
              <a:t>L7: resource_path(name)</a:t>
            </a:r>
          </a:p>
          <a:p xmlns:a="http://schemas.openxmlformats.org/drawingml/2006/main">
            <a:r>
              <a:t>L10: app_icon()</a:t>
            </a:r>
          </a:p>
          <a:p xmlns:a="http://schemas.openxmlformats.org/drawingml/2006/main">
            <a:r>
              <a:t>L12: digest(path)</a:t>
            </a:r>
          </a:p>
          <a:p xmlns:a="http://schemas.openxmlformats.org/drawingml/2006/main">
            <a:r>
              <a:t>L18: open_default(path)</a:t>
            </a:r>
          </a:p>
          <a:p xmlns:a="http://schemas.openxmlformats.org/drawingml/2006/main">
            <a:r>
              <a:t>L24: choose_folder(parent, title='フォルダーを選択')</a:t>
            </a:r>
          </a:p>
          <a:p xmlns:a="http://schemas.openxmlformats.org/drawingml/2006/main">
            <a:r>
              <a:t>SHA256: 0766952049f507963f61347b9b57d6f6a3f1159b1169bec8938d42d33c68b598</a:t>
            </a:r>
          </a:p>
          <a:p xmlns:a="http://schemas.openxmlformats.org/drawingml/2006/main">
            <a:r>
              <a:t>参照：src/fileworkbench/core/files.py</a:t>
            </a:r>
          </a:p>
          <a:p xmlns:a="http://schemas.openxmlformats.org/drawingml/2006/main">
            <a:r>
              <a:t>L9: class Cancelled</a:t>
            </a:r>
          </a:p>
          <a:p xmlns:a="http://schemas.openxmlformats.org/drawingml/2006/main">
            <a:r>
              <a:t>L11: check(cancel)</a:t>
            </a:r>
          </a:p>
          <a:p xmlns:a="http://schemas.openxmlformats.org/drawingml/2006/main">
            <a:r>
              <a:t>L14: scan_error(error)</a:t>
            </a:r>
          </a:p>
          <a:p xmlns:a="http://schemas.openxmlformats.org/drawingml/2006/main">
            <a:r>
              <a:t>L17: collect(paths, cancel=None, exclusions=(), progress=None)</a:t>
            </a:r>
          </a:p>
          <a:p xmlns:a="http://schemas.openxmlformats.org/drawingml/2006/main">
            <a:r>
              <a:t>L36: digest(path, cancel=None, progress=None)</a:t>
            </a:r>
          </a:p>
          <a:p xmlns:a="http://schemas.openxmlformats.org/drawingml/2006/main">
            <a:r>
              <a:t>L46: fingerprint(path, cancel=None)</a:t>
            </a:r>
          </a:p>
          <a:p xmlns:a="http://schemas.openxmlformats.org/drawingml/2006/main">
            <a:r>
              <a:t>L61: unique(path, reserved=())</a:t>
            </a:r>
          </a:p>
          <a:p xmlns:a="http://schemas.openxmlformats.org/drawingml/2006/main">
            <a:r>
              <a:t>L67: no_replace(src, dst)</a:t>
            </a:r>
          </a:p>
          <a:p xmlns:a="http://schemas.openxmlformats.org/drawingml/2006/main">
            <a:r>
              <a:t>L83: copy_exclusive(src, dst, cancel=None)</a:t>
            </a:r>
          </a:p>
          <a:p xmlns:a="http://schemas.openxmlformats.org/drawingml/2006/main">
            <a:r>
              <a:t>L99: move_exclusive(src, dst, cancel=None)</a:t>
            </a:r>
          </a:p>
          <a:p xmlns:a="http://schemas.openxmlformats.org/drawingml/2006/main">
            <a:r>
              <a:t>L110: top_paths(paths)</a:t>
            </a:r>
          </a:p>
          <a:p xmlns:a="http://schemas.openxmlformats.org/drawingml/2006/main">
            <a:r>
              <a:t>L120: matches_quick(path, kind)</a:t>
            </a:r>
          </a:p>
          <a:p xmlns:a="http://schemas.openxmlformats.org/drawingml/2006/main">
            <a:r>
              <a:t>L124: rename_case(src, dst, cancel=None)</a:t>
            </a:r>
          </a:p>
          <a:p xmlns:a="http://schemas.openxmlformats.org/drawingml/2006/main">
            <a:r>
              <a:t>SHA256: d6e1fa698f44e1b1ce6437a80866c98b684186344f95b5c4ab17d6ca669fbcd5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参照：src/fileworkbench/core/operations.py</a:t>
            </a:r>
          </a:p>
          <a:p xmlns:a="http://schemas.openxmlformats.org/drawingml/2006/main">
            <a:r>
              <a:t>L9: class Operations</a:t>
            </a:r>
          </a:p>
          <a:p xmlns:a="http://schemas.openxmlformats.org/drawingml/2006/main">
            <a:r>
              <a:t>  L10: __init__(self, store, recycle=None)</a:t>
            </a:r>
          </a:p>
          <a:p xmlns:a="http://schemas.openxmlformats.org/drawingml/2006/main">
            <a:r>
              <a:t>  L11: begin(self, operation, source, target='')</a:t>
            </a:r>
          </a:p>
          <a:p xmlns:a="http://schemas.openxmlformats.org/drawingml/2006/main">
            <a:r>
              <a:t>  L15: batch(self, operation, paths, destination=None, collision='skip', cancel=None, progress=None)</a:t>
            </a:r>
          </a:p>
          <a:p xmlns:a="http://schemas.openxmlformats.org/drawingml/2006/main">
            <a:r>
              <a:t>  L44: rename(self, rows, cancel=None, progress=None)</a:t>
            </a:r>
          </a:p>
          <a:p xmlns:a="http://schemas.openxmlformats.org/drawingml/2006/main">
            <a:r>
              <a:t>  L59: undo(self, ids, cancel=None, progress=None)</a:t>
            </a:r>
          </a:p>
          <a:p xmlns:a="http://schemas.openxmlformats.org/drawingml/2006/main">
            <a:r>
              <a:t>  L79: restore_plan(self, entries, destination=None, create_parent=False, collision='skip')</a:t>
            </a:r>
          </a:p>
          <a:p xmlns:a="http://schemas.openxmlformats.org/drawingml/2006/main">
            <a:r>
              <a:t>  L91: restore(self, plans, create_parent=False, cancel=None, progress=None)</a:t>
            </a:r>
          </a:p>
          <a:p xmlns:a="http://schemas.openxmlformats.org/drawingml/2006/main">
            <a:r>
              <a:t>  L106: export(self, path)</a:t>
            </a:r>
          </a:p>
          <a:p xmlns:a="http://schemas.openxmlformats.org/drawingml/2006/main">
            <a:r>
              <a:t>SHA256: fd43efa0e9ad496500805e8a22ea998faa5c6c74cddbc218c148f879250882a0</a:t>
            </a:r>
          </a:p>
          <a:p xmlns:a="http://schemas.openxmlformats.org/drawingml/2006/main">
            <a:r>
              <a:t>参照：src/fileworkbench/core/recycle.py</a:t>
            </a:r>
          </a:p>
          <a:p xmlns:a="http://schemas.openxmlformats.org/drawingml/2006/main">
            <a:r>
              <a:t>L8: class WindowsRecycle</a:t>
            </a:r>
          </a:p>
          <a:p xmlns:a="http://schemas.openxmlformats.org/drawingml/2006/main">
            <a:r>
              <a:t>  L9: __init__(self)</a:t>
            </a:r>
          </a:p>
          <a:p xmlns:a="http://schemas.openxmlformats.org/drawingml/2006/main">
            <a:r>
              <a:t>  L10: list(self, cancel=None, progress=None)</a:t>
            </a:r>
          </a:p>
          <a:p xmlns:a="http://schemas.openxmlformats.org/drawingml/2006/main">
            <a:r>
              <a:t>  L14: trash(self, path)</a:t>
            </a:r>
          </a:p>
          <a:p xmlns:a="http://schemas.openxmlformats.org/drawingml/2006/main">
            <a:r>
              <a:t>  L34: restore(self, entry, target, create_parent=False)</a:t>
            </a:r>
          </a:p>
          <a:p xmlns:a="http://schemas.openxmlformats.org/drawingml/2006/main">
            <a:r>
              <a:t>SHA256: 65eff6a84f57ce7e684df53f432da6ce59ae4e9896ecc9756bebe7f06011815d</a:t>
            </a:r>
          </a:p>
          <a:p xmlns:a="http://schemas.openxmlformats.org/drawingml/2006/main">
            <a:r>
              <a:t>参照：src/fileworkbench/core/recycle_index.py</a:t>
            </a:r>
          </a:p>
          <a:p xmlns:a="http://schemas.openxmlformats.org/drawingml/2006/main">
            <a:r>
              <a:t>L15: recycle_roots()</a:t>
            </a:r>
          </a:p>
          <a:p xmlns:a="http://schemas.openxmlformats.org/drawingml/2006/main">
            <a:r>
              <a:t>L30: read_entry(metadata, body=None)</a:t>
            </a:r>
          </a:p>
          <a:p xmlns:a="http://schemas.openxmlformats.org/drawingml/2006/main">
            <a:r>
              <a:t>L60: scan_recycle(roots=None, cancel=None, progress=None, cache=None)</a:t>
            </a:r>
          </a:p>
          <a:p xmlns:a="http://schemas.openxmlformats.org/drawingml/2006/main">
            <a:r>
              <a:t>SHA256: c3afae6d7d4ed21fae043e0488a9c0c40016731aaa6567f9a8afa079be0090f4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参照：src/fileworkbench/core/recycle_operation.py</a:t>
            </a:r>
          </a:p>
          <a:p xmlns:a="http://schemas.openxmlformats.org/drawingml/2006/main">
            <a:r>
              <a:t>L9: recycle_to_bin(path)</a:t>
            </a:r>
          </a:p>
          <a:p xmlns:a="http://schemas.openxmlformats.org/drawingml/2006/main">
            <a:r>
              <a:t>SHA256: c49826fc6572c45b07196df43f42c8799707d28eebadb6c2875f61a611af4acb</a:t>
            </a:r>
          </a:p>
          <a:p xmlns:a="http://schemas.openxmlformats.org/drawingml/2006/main">
            <a:r>
              <a:t>参照：src/fileworkbench/core/safety.py</a:t>
            </a:r>
          </a:p>
          <a:p xmlns:a="http://schemas.openxmlformats.org/drawingml/2006/main">
            <a:r>
              <a:t>L8: key(path)</a:t>
            </a:r>
          </a:p>
          <a:p xmlns:a="http://schemas.openxmlformats.org/drawingml/2006/main">
            <a:r>
              <a:t>L11: validate_name(name)</a:t>
            </a:r>
          </a:p>
          <a:p xmlns:a="http://schemas.openxmlformats.org/drawingml/2006/main">
            <a:r>
              <a:t>L21: unique_planned(path, reserved)</a:t>
            </a:r>
          </a:p>
          <a:p xmlns:a="http://schemas.openxmlformats.org/drawingml/2006/main">
            <a:r>
              <a:t>L30: no_replace(src, dst)</a:t>
            </a:r>
          </a:p>
          <a:p xmlns:a="http://schemas.openxmlformats.org/drawingml/2006/main">
            <a:r>
              <a:t>L53: identity(path)</a:t>
            </a:r>
          </a:p>
          <a:p xmlns:a="http://schemas.openxmlformats.org/drawingml/2006/main">
            <a:r>
              <a:t>L57: restore(entries)</a:t>
            </a:r>
          </a:p>
          <a:p xmlns:a="http://schemas.openxmlformats.org/drawingml/2006/main">
            <a:r>
              <a:t>L69: journal_path()</a:t>
            </a:r>
          </a:p>
          <a:p xmlns:a="http://schemas.openxmlformats.org/drawingml/2006/main">
            <a:r>
              <a:t>L74: save_history(history)</a:t>
            </a:r>
          </a:p>
          <a:p xmlns:a="http://schemas.openxmlformats.org/drawingml/2006/main">
            <a:r>
              <a:t>L80: load_history()</a:t>
            </a:r>
          </a:p>
          <a:p xmlns:a="http://schemas.openxmlformats.org/drawingml/2006/main">
            <a:r>
              <a:t>L84: write_log(operation, source, target, status, error)</a:t>
            </a:r>
          </a:p>
          <a:p xmlns:a="http://schemas.openxmlformats.org/drawingml/2006/main">
            <a:r>
              <a:t>SHA256: 139f0123283833839f3ffe735b8215498efccfa998c86e17e4b4a515dd79b6be</a:t>
            </a:r>
          </a:p>
          <a:p xmlns:a="http://schemas.openxmlformats.org/drawingml/2006/main">
            <a:r>
              <a:t>参照：src/fileworkbench/core/services.py</a:t>
            </a:r>
          </a:p>
          <a:p xmlns:a="http://schemas.openxmlformats.org/drawingml/2006/main">
            <a:r>
              <a:t>L10: class Services</a:t>
            </a:r>
          </a:p>
          <a:p xmlns:a="http://schemas.openxmlformats.org/drawingml/2006/main">
            <a:r>
              <a:t>  L12: __init__(self, store=None, recycle=None)</a:t>
            </a:r>
          </a:p>
          <a:p xmlns:a="http://schemas.openxmlformats.org/drawingml/2006/main">
            <a:r>
              <a:t>  L14: register(self, widget)</a:t>
            </a:r>
          </a:p>
          <a:p xmlns:a="http://schemas.openxmlformats.org/drawingml/2006/main">
            <a:r>
              <a:t>  L15: busy(self)</a:t>
            </a:r>
          </a:p>
          <a:p xmlns:a="http://schemas.openxmlformats.org/drawingml/2006/main">
            <a:r>
              <a:t>  L16: notify_changes(self, results)</a:t>
            </a:r>
          </a:p>
          <a:p xmlns:a="http://schemas.openxmlformats.org/drawingml/2006/main">
            <a:r>
              <a:t>  L17: action(self, owner, command, paths, destination=None, collision='skip', confirm=True)</a:t>
            </a:r>
          </a:p>
          <a:p xmlns:a="http://schemas.openxmlformats.org/drawingml/2006/main">
            <a:r>
              <a:t>SHA256: 648b13010639ce4952f98c58b7cbb83eb9aaaa4a0c1ee018fb42c31be7d8baea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参照：src/fileworkbench/core/storage.py</a:t>
            </a:r>
          </a:p>
          <a:p xmlns:a="http://schemas.openxmlformats.org/drawingml/2006/main">
            <a:r>
              <a:t>L7: class Store</a:t>
            </a:r>
          </a:p>
          <a:p xmlns:a="http://schemas.openxmlformats.org/drawingml/2006/main">
            <a:r>
              <a:t>  L8: __init__(self, directory=None)</a:t>
            </a:r>
          </a:p>
          <a:p xmlns:a="http://schemas.openxmlformats.org/drawingml/2006/main">
            <a:r>
              <a:t>  L17: save(self)</a:t>
            </a:r>
          </a:p>
          <a:p xmlns:a="http://schemas.openxmlformats.org/drawingml/2006/main">
            <a:r>
              <a:t>  L22: setting(self, key, default=None)</a:t>
            </a:r>
          </a:p>
          <a:p xmlns:a="http://schemas.openxmlformats.org/drawingml/2006/main">
            <a:r>
              <a:t>  L24: set_setting(self, key, value)</a:t>
            </a:r>
          </a:p>
          <a:p xmlns:a="http://schemas.openxmlformats.org/drawingml/2006/main">
            <a:r>
              <a:t>  L26: record(self, row)</a:t>
            </a:r>
          </a:p>
          <a:p xmlns:a="http://schemas.openxmlformats.org/drawingml/2006/main">
            <a:r>
              <a:t>  L28: update(self, record_id, **values)</a:t>
            </a:r>
          </a:p>
          <a:p xmlns:a="http://schemas.openxmlformats.org/drawingml/2006/main">
            <a:r>
              <a:t>  L32: history(self)</a:t>
            </a:r>
          </a:p>
          <a:p xmlns:a="http://schemas.openxmlformats.org/drawingml/2006/main">
            <a:r>
              <a:t>SHA256: d76256e5bc5bf80063ef5c8257ebea6af0d26e4f83f87414c9b993e2eabd57b5</a:t>
            </a:r>
          </a:p>
          <a:p xmlns:a="http://schemas.openxmlformats.org/drawingml/2006/main">
            <a:r>
              <a:t>参照：src/fileworkbench/core/tree_export.py</a:t>
            </a:r>
          </a:p>
          <a:p xmlns:a="http://schemas.openxmlformats.org/drawingml/2006/main">
            <a:r>
              <a:t>L11: scan_tree(root, cancel=None, progress=None, exclusions=())</a:t>
            </a:r>
          </a:p>
          <a:p xmlns:a="http://schemas.openxmlformats.org/drawingml/2006/main">
            <a:r>
              <a:t>L43: export_tree(rows, root, destination, format_name, include_files=True, numbering=False)</a:t>
            </a:r>
          </a:p>
          <a:p xmlns:a="http://schemas.openxmlformats.org/drawingml/2006/main">
            <a:r>
              <a:t>L100: append_export(rows, root, destination, format_name, include_files=True, numbering=False)</a:t>
            </a:r>
          </a:p>
          <a:p xmlns:a="http://schemas.openxmlformats.org/drawingml/2006/main">
            <a:r>
              <a:t>SHA256: c3c802d35aad756eb042616239ceeb9424c2b6bf29c9113726eea4297308a60c</a:t>
            </a:r>
          </a:p>
          <a:p xmlns:a="http://schemas.openxmlformats.org/drawingml/2006/main">
            <a:r>
              <a:t>参照：src/fileworkbench/core/windows_shell.py</a:t>
            </a:r>
          </a:p>
          <a:p xmlns:a="http://schemas.openxmlformats.org/drawingml/2006/main">
            <a:r>
              <a:t>L11: class GUID</a:t>
            </a:r>
          </a:p>
          <a:p xmlns:a="http://schemas.openxmlformats.org/drawingml/2006/main">
            <a:r>
              <a:t>  L15: from_text(cls, text)</a:t>
            </a:r>
          </a:p>
          <a:p xmlns:a="http://schemas.openxmlformats.org/drawingml/2006/main">
            <a:r>
              <a:t>L27: checked(hr)</a:t>
            </a:r>
          </a:p>
          <a:p xmlns:a="http://schemas.openxmlformats.org/drawingml/2006/main">
            <a:r>
              <a:t>L33: call(pointer, index, args, *values)</a:t>
            </a:r>
          </a:p>
          <a:p xmlns:a="http://schemas.openxmlformats.org/drawingml/2006/main">
            <a:r>
              <a:t>L39: release(pointer)</a:t>
            </a:r>
          </a:p>
          <a:p xmlns:a="http://schemas.openxmlformats.org/drawingml/2006/main">
            <a:r>
              <a:t>L46: com_context()</a:t>
            </a:r>
          </a:p>
          <a:p xmlns:a="http://schemas.openxmlformats.org/drawingml/2006/main">
            <a:r>
              <a:t>L58: shell_item(name)</a:t>
            </a:r>
          </a:p>
          <a:p xmlns:a="http://schemas.openxmlformats.org/drawingml/2006/main">
            <a:r>
              <a:t>L67: display_name(item, kind=2147844096)</a:t>
            </a:r>
          </a:p>
          <a:p xmlns:a="http://schemas.openxmlformats.org/drawingml/2006/main">
            <a:r>
              <a:t>L75: recycle_item(path)</a:t>
            </a:r>
          </a:p>
          <a:p xmlns:a="http://schemas.openxmlformats.org/drawingml/2006/main">
            <a:r>
              <a:t>L96: restore_item(recycled_path: Path, destination: Path)</a:t>
            </a:r>
          </a:p>
          <a:p xmlns:a="http://schemas.openxmlformats.org/drawingml/2006/main">
            <a:r>
              <a:t>SHA256: de12b6e04fe53a1da40fa54a4a237a3acb17f1acfcb087add3862a0fd4644c72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参照：src/fileworkbench/developer/workbench.py</a:t>
            </a:r>
          </a:p>
          <a:p xmlns:a="http://schemas.openxmlformats.org/drawingml/2006/main">
            <a:r>
              <a:t>L12: class DeveloperWorkbench</a:t>
            </a:r>
          </a:p>
          <a:p xmlns:a="http://schemas.openxmlformats.org/drawingml/2006/main">
            <a:r>
              <a:t>  L13: __init__(self, services=None)</a:t>
            </a:r>
          </a:p>
          <a:p xmlns:a="http://schemas.openxmlformats.org/drawingml/2006/main">
            <a:r>
              <a:t>  L22: selected(self)</a:t>
            </a:r>
          </a:p>
          <a:p xmlns:a="http://schemas.openxmlformats.org/drawingml/2006/main">
            <a:r>
              <a:t>  L23: describe(self, *_)</a:t>
            </a:r>
          </a:p>
          <a:p xmlns:a="http://schemas.openxmlformats.org/drawingml/2006/main">
            <a:r>
              <a:t>  L25: embed_selected(self)</a:t>
            </a:r>
          </a:p>
          <a:p xmlns:a="http://schemas.openxmlformats.org/drawingml/2006/main">
            <a:r>
              <a:t>  L29: open_standalone(self)</a:t>
            </a:r>
          </a:p>
          <a:p xmlns:a="http://schemas.openxmlformats.org/drawingml/2006/main">
            <a:r>
              <a:t>  L34: send_context(self)</a:t>
            </a:r>
          </a:p>
          <a:p xmlns:a="http://schemas.openxmlformats.org/drawingml/2006/main">
            <a:r>
              <a:t>  L35: execute(self)</a:t>
            </a:r>
          </a:p>
          <a:p xmlns:a="http://schemas.openxmlformats.org/drawingml/2006/main">
            <a:r>
              <a:t>  L36: contract_test(self)</a:t>
            </a:r>
          </a:p>
          <a:p xmlns:a="http://schemas.openxmlformats.org/drawingml/2006/main">
            <a:r>
              <a:t>  L47: diagnose(self)</a:t>
            </a:r>
          </a:p>
          <a:p xmlns:a="http://schemas.openxmlformats.org/drawingml/2006/main">
            <a:r>
              <a:t>  L52: open_data(self)</a:t>
            </a:r>
          </a:p>
          <a:p xmlns:a="http://schemas.openxmlformats.org/drawingml/2006/main">
            <a:r>
              <a:t>  L55: save_log(self)</a:t>
            </a:r>
          </a:p>
          <a:p xmlns:a="http://schemas.openxmlformats.org/drawingml/2006/main">
            <a:r>
              <a:t>  L58: on_event(self, event)</a:t>
            </a:r>
          </a:p>
          <a:p xmlns:a="http://schemas.openxmlformats.org/drawingml/2006/main">
            <a:r>
              <a:t>  L59: closeEvent(self, event)</a:t>
            </a:r>
          </a:p>
          <a:p xmlns:a="http://schemas.openxmlformats.org/drawingml/2006/main">
            <a:r>
              <a:t>L68: main()</a:t>
            </a:r>
          </a:p>
          <a:p xmlns:a="http://schemas.openxmlformats.org/drawingml/2006/main">
            <a:r>
              <a:t>SHA256: 9350fdedb8560fed73c90a462829c96e9b563e65734d2c8411ff3e97c1b615f3</a:t>
            </a:r>
          </a:p>
          <a:p xmlns:a="http://schemas.openxmlformats.org/drawingml/2006/main">
            <a:r>
              <a:t>参照：src/fileworkbench/interfaces/adapter.py</a:t>
            </a:r>
          </a:p>
          <a:p xmlns:a="http://schemas.openxmlformats.org/drawingml/2006/main">
            <a:r>
              <a:t>L5: class WidgetModuleAdapter</a:t>
            </a:r>
          </a:p>
          <a:p xmlns:a="http://schemas.openxmlformats.org/drawingml/2006/main">
            <a:r>
              <a:t>  L6: __init__(self, descriptor, widget_class, services, commands)</a:t>
            </a:r>
          </a:p>
          <a:p xmlns:a="http://schemas.openxmlformats.org/drawingml/2006/main">
            <a:r>
              <a:t>  L8: create_widget(self, parent=None)</a:t>
            </a:r>
          </a:p>
          <a:p xmlns:a="http://schemas.openxmlformats.org/drawingml/2006/main">
            <a:r>
              <a:t>  L12: _event(self, name, payload)</a:t>
            </a:r>
          </a:p>
          <a:p xmlns:a="http://schemas.openxmlformats.org/drawingml/2006/main">
            <a:r>
              <a:t>  L15: receive_paths(self, paths, options=None)</a:t>
            </a:r>
          </a:p>
          <a:p xmlns:a="http://schemas.openxmlformats.org/drawingml/2006/main">
            <a:r>
              <a:t>  L16: receive_context(self, context)</a:t>
            </a:r>
          </a:p>
          <a:p xmlns:a="http://schemas.openxmlformats.org/drawingml/2006/main">
            <a:r>
              <a:t>  L26: current_context(self)</a:t>
            </a:r>
          </a:p>
          <a:p xmlns:a="http://schemas.openxmlformats.org/drawingml/2006/main">
            <a:r>
              <a:t>  L30: execute(self, command, payload=None)</a:t>
            </a:r>
          </a:p>
          <a:p xmlns:a="http://schemas.openxmlformats.org/drawingml/2006/main">
            <a:r>
              <a:t>  L40: subscribe(self, callback)</a:t>
            </a:r>
          </a:p>
          <a:p xmlns:a="http://schemas.openxmlformats.org/drawingml/2006/main">
            <a:r>
              <a:t>  L42: unsubscribe(self, callback)</a:t>
            </a:r>
          </a:p>
          <a:p xmlns:a="http://schemas.openxmlformats.org/drawingml/2006/main">
            <a:r>
              <a:t>  L44: emit(self, name, payload=None)</a:t>
            </a:r>
          </a:p>
          <a:p xmlns:a="http://schemas.openxmlformats.org/drawingml/2006/main">
            <a:r>
              <a:t>  L47: shutdown(self)</a:t>
            </a:r>
          </a:p>
          <a:p xmlns:a="http://schemas.openxmlformats.org/drawingml/2006/main">
            <a:r>
              <a:t>SHA256: 245a58d3cb287da2c6ff04479d92f5a3bc4940ec5f7cf1cf39a080e70657d745</a:t>
            </a:r>
          </a:p>
          <a:p xmlns:a="http://schemas.openxmlformats.org/drawingml/2006/main">
            <a:r>
              <a:t>参照：src/fileworkbench/interfaces/contracts.py</a:t>
            </a:r>
          </a:p>
          <a:p xmlns:a="http://schemas.openxmlformats.org/drawingml/2006/main">
            <a:r>
              <a:t>L7: class ModuleDescriptor</a:t>
            </a:r>
          </a:p>
          <a:p xmlns:a="http://schemas.openxmlformats.org/drawingml/2006/main">
            <a:r>
              <a:t>L18: class ModuleContext</a:t>
            </a:r>
          </a:p>
          <a:p xmlns:a="http://schemas.openxmlformats.org/drawingml/2006/main">
            <a:r>
              <a:t>L25: class ModuleEvent</a:t>
            </a:r>
          </a:p>
          <a:p xmlns:a="http://schemas.openxmlformats.org/drawingml/2006/main">
            <a:r>
              <a:t>L30: class ModulePort</a:t>
            </a:r>
          </a:p>
          <a:p xmlns:a="http://schemas.openxmlformats.org/drawingml/2006/main">
            <a:r>
              <a:t>  L32: create_widget(self, parent: QWidget | None=None)</a:t>
            </a:r>
          </a:p>
          <a:p xmlns:a="http://schemas.openxmlformats.org/drawingml/2006/main">
            <a:r>
              <a:t>  L33: receive_context(self, context: ModuleContext)</a:t>
            </a:r>
          </a:p>
          <a:p xmlns:a="http://schemas.openxmlformats.org/drawingml/2006/main">
            <a:r>
              <a:t>  L34: current_context(self)</a:t>
            </a:r>
          </a:p>
          <a:p xmlns:a="http://schemas.openxmlformats.org/drawingml/2006/main">
            <a:r>
              <a:t>  L35: execute(self, command: str, payload: dict[str, Any] | None=None)</a:t>
            </a:r>
          </a:p>
          <a:p xmlns:a="http://schemas.openxmlformats.org/drawingml/2006/main">
            <a:r>
              <a:t>  L36: subscribe(self, callback: Callable[[ModuleEvent], None])</a:t>
            </a:r>
          </a:p>
          <a:p xmlns:a="http://schemas.openxmlformats.org/drawingml/2006/main">
            <a:r>
              <a:t>  L37: shutdown(self)</a:t>
            </a:r>
          </a:p>
          <a:p xmlns:a="http://schemas.openxmlformats.org/drawingml/2006/main">
            <a:r>
              <a:t>SHA256: 6e8ee4cab47cd56597531fe456b20d5e5f0fa70d23735ccb4d9423982040d532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参照：src/fileworkbench/interfaces/event_bus.py</a:t>
            </a:r>
          </a:p>
          <a:p xmlns:a="http://schemas.openxmlformats.org/drawingml/2006/main">
            <a:r>
              <a:t>L4: class EventBus</a:t>
            </a:r>
          </a:p>
          <a:p xmlns:a="http://schemas.openxmlformats.org/drawingml/2006/main">
            <a:r>
              <a:t>  L5: __init__(self)</a:t>
            </a:r>
          </a:p>
          <a:p xmlns:a="http://schemas.openxmlformats.org/drawingml/2006/main">
            <a:r>
              <a:t>  L6: subscribe(self, event_name: str, callback: Callable[[ModuleEvent], None])</a:t>
            </a:r>
          </a:p>
          <a:p xmlns:a="http://schemas.openxmlformats.org/drawingml/2006/main">
            <a:r>
              <a:t>  L7: subscribe_all(self, callback)</a:t>
            </a:r>
          </a:p>
          <a:p xmlns:a="http://schemas.openxmlformats.org/drawingml/2006/main">
            <a:r>
              <a:t>  L8: publish(self, event: ModuleEvent)</a:t>
            </a:r>
          </a:p>
          <a:p xmlns:a="http://schemas.openxmlformats.org/drawingml/2006/main">
            <a:r>
              <a:t>SHA256: fd72854126e6016d5588a32ef7b8566256aa526c29fb4026ee2d9cfe27cb83e1</a:t>
            </a:r>
          </a:p>
          <a:p xmlns:a="http://schemas.openxmlformats.org/drawingml/2006/main">
            <a:r>
              <a:t>参照：src/fileworkbench/interfaces/module_box.py</a:t>
            </a:r>
          </a:p>
          <a:p xmlns:a="http://schemas.openxmlformats.org/drawingml/2006/main">
            <a:r>
              <a:t>L3: class ModuleBox</a:t>
            </a:r>
          </a:p>
          <a:p xmlns:a="http://schemas.openxmlformats.org/drawingml/2006/main">
            <a:r>
              <a:t>  L5: __init__(self, port, parent=None)</a:t>
            </a:r>
          </a:p>
          <a:p xmlns:a="http://schemas.openxmlformats.org/drawingml/2006/main">
            <a:r>
              <a:t>SHA256: 57ca639a975dd8dd6dfb20f5bff95c150758c7137572a5a4c41f048e3d018adf</a:t>
            </a:r>
          </a:p>
          <a:p xmlns:a="http://schemas.openxmlformats.org/drawingml/2006/main">
            <a:r>
              <a:t>参照：src/fileworkbench/module_registry.py</a:t>
            </a:r>
          </a:p>
          <a:p xmlns:a="http://schemas.openxmlformats.org/drawingml/2006/main">
            <a:r>
              <a:t>L16: declaration(mid)</a:t>
            </a:r>
          </a:p>
          <a:p xmlns:a="http://schemas.openxmlformats.org/drawingml/2006/main">
            <a:r>
              <a:t>L24: create_ports(services=None)</a:t>
            </a:r>
          </a:p>
          <a:p xmlns:a="http://schemas.openxmlformats.org/drawingml/2006/main">
            <a:r>
              <a:t>SHA256: 28b995300bf39ca4ef1bb9eaf991e9c6f34805d4b65ae7bde3b342103a353ff4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参照：src/fileworkbench/modules/compare/interface.py</a:t>
            </a:r>
          </a:p>
          <a:p xmlns:a="http://schemas.openxmlformats.org/drawingml/2006/main">
            <a:r>
              <a:t>L5: class CompareInterface</a:t>
            </a:r>
          </a:p>
          <a:p xmlns:a="http://schemas.openxmlformats.org/drawingml/2006/main">
            <a:r>
              <a:t>  L6: __init__(self, services=None)</a:t>
            </a:r>
          </a:p>
          <a:p xmlns:a="http://schemas.openxmlformats.org/drawingml/2006/main">
            <a:r>
              <a:t>SHA256: eac2bba5fef47e59830720ad01197f808c95fa888475265f6601bac0fbafcba9</a:t>
            </a:r>
          </a:p>
          <a:p xmlns:a="http://schemas.openxmlformats.org/drawingml/2006/main">
            <a:r>
              <a:t>参照：src/fileworkbench/modules/compare/module.py</a:t>
            </a:r>
          </a:p>
          <a:p xmlns:a="http://schemas.openxmlformats.org/drawingml/2006/main">
            <a:r>
              <a:t>L6: class CompareModule</a:t>
            </a:r>
          </a:p>
          <a:p xmlns:a="http://schemas.openxmlformats.org/drawingml/2006/main">
            <a:r>
              <a:t>  L8: __init__(self, services)</a:t>
            </a:r>
          </a:p>
          <a:p xmlns:a="http://schemas.openxmlformats.org/drawingml/2006/main">
            <a:r>
              <a:t>  L18: pick(self, side)</a:t>
            </a:r>
          </a:p>
          <a:p xmlns:a="http://schemas.openxmlformats.org/drawingml/2006/main">
            <a:r>
              <a:t>  L21: receive_paths(self, paths, options=None)</a:t>
            </a:r>
          </a:p>
          <a:p xmlns:a="http://schemas.openxmlformats.org/drawingml/2006/main">
            <a:r>
              <a:t>  L27: swap(self)</a:t>
            </a:r>
          </a:p>
          <a:p xmlns:a="http://schemas.openxmlformats.org/drawingml/2006/main">
            <a:r>
              <a:t>  L30: compare(self)</a:t>
            </a:r>
          </a:p>
          <a:p xmlns:a="http://schemas.openxmlformats.org/drawingml/2006/main">
            <a:r>
              <a:t>  L35: calculate(left, right, cancel, progress, exclusions=())</a:t>
            </a:r>
          </a:p>
          <a:p xmlns:a="http://schemas.openxmlformats.org/drawingml/2006/main">
            <a:r>
              <a:t>  L46: compared(self, rows)</a:t>
            </a:r>
          </a:p>
          <a:p xmlns:a="http://schemas.openxmlformats.org/drawingml/2006/main">
            <a:r>
              <a:t>  L47: render(self, *_)</a:t>
            </a:r>
          </a:p>
          <a:p xmlns:a="http://schemas.openxmlformats.org/drawingml/2006/main">
            <a:r>
              <a:t>  L59: preview_pairs(self)</a:t>
            </a:r>
          </a:p>
          <a:p xmlns:a="http://schemas.openxmlformats.org/drawingml/2006/main">
            <a:r>
              <a:t>  L61: options(self)</a:t>
            </a:r>
          </a:p>
          <a:p xmlns:a="http://schemas.openxmlformats.org/drawingml/2006/main">
            <a:r>
              <a:t>  L62: apply_options(self, options)</a:t>
            </a:r>
          </a:p>
          <a:p xmlns:a="http://schemas.openxmlformats.org/drawingml/2006/main">
            <a:r>
              <a:t>  L67: clear(self)</a:t>
            </a:r>
          </a:p>
          <a:p xmlns:a="http://schemas.openxmlformats.org/drawingml/2006/main">
            <a:r>
              <a:t>SHA256: 388b39ba5391ede415d11f48de10846a05ad573c9414317747fc950c74b51f37</a:t>
            </a:r>
          </a:p>
          <a:p xmlns:a="http://schemas.openxmlformats.org/drawingml/2006/main">
            <a:r>
              <a:t>参照：src/fileworkbench/modules/hash/interface.py</a:t>
            </a:r>
          </a:p>
          <a:p xmlns:a="http://schemas.openxmlformats.org/drawingml/2006/main">
            <a:r>
              <a:t>L5: class HashInterface</a:t>
            </a:r>
          </a:p>
          <a:p xmlns:a="http://schemas.openxmlformats.org/drawingml/2006/main">
            <a:r>
              <a:t>  L6: __init__(self, services=None)</a:t>
            </a:r>
          </a:p>
          <a:p xmlns:a="http://schemas.openxmlformats.org/drawingml/2006/main">
            <a:r>
              <a:t>SHA256: d15a01e66247671c4a46d3a5d23ba735c85a385ccfd977c31e035991a2bc023c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参照：src/fileworkbench/modules/hash/module.py</a:t>
            </a:r>
          </a:p>
          <a:p xmlns:a="http://schemas.openxmlformats.org/drawingml/2006/main">
            <a:r>
              <a:t>L8: class HashModule</a:t>
            </a:r>
          </a:p>
          <a:p xmlns:a="http://schemas.openxmlformats.org/drawingml/2006/main">
            <a:r>
              <a:t>  L10: __init__(self, services)</a:t>
            </a:r>
          </a:p>
          <a:p xmlns:a="http://schemas.openxmlformats.org/drawingml/2006/main">
            <a:r>
              <a:t>  L20: choose(self)</a:t>
            </a:r>
          </a:p>
          <a:p xmlns:a="http://schemas.openxmlformats.org/drawingml/2006/main">
            <a:r>
              <a:t>  L23: receive_paths(self, paths, options=None)</a:t>
            </a:r>
          </a:p>
          <a:p xmlns:a="http://schemas.openxmlformats.org/drawingml/2006/main">
            <a:r>
              <a:t>  L25: scan(self)</a:t>
            </a:r>
          </a:p>
          <a:p xmlns:a="http://schemas.openxmlformats.org/drawingml/2006/main">
            <a:r>
              <a:t>  L31: calculate(paths, cancel, progress, exclusions=())</a:t>
            </a:r>
          </a:p>
          <a:p xmlns:a="http://schemas.openxmlformats.org/drawingml/2006/main">
            <a:r>
              <a:t>  L45: _progress(self, row)</a:t>
            </a:r>
          </a:p>
          <a:p xmlns:a="http://schemas.openxmlformats.org/drawingml/2006/main">
            <a:r>
              <a:t>  L50: scanned(self, rows)</a:t>
            </a:r>
          </a:p>
          <a:p xmlns:a="http://schemas.openxmlformats.org/drawingml/2006/main">
            <a:r>
              <a:t>  L51: render(self, *_)</a:t>
            </a:r>
          </a:p>
          <a:p xmlns:a="http://schemas.openxmlformats.org/drawingml/2006/main">
            <a:r>
              <a:t>  L63: options(self)</a:t>
            </a:r>
          </a:p>
          <a:p xmlns:a="http://schemas.openxmlformats.org/drawingml/2006/main">
            <a:r>
              <a:t>  L64: apply_options(self, options)</a:t>
            </a:r>
          </a:p>
          <a:p xmlns:a="http://schemas.openxmlformats.org/drawingml/2006/main">
            <a:r>
              <a:t>  L66: export(self, destination=None)</a:t>
            </a:r>
          </a:p>
          <a:p xmlns:a="http://schemas.openxmlformats.org/drawingml/2006/main">
            <a:r>
              <a:t>  L72: clear(self)</a:t>
            </a:r>
          </a:p>
          <a:p xmlns:a="http://schemas.openxmlformats.org/drawingml/2006/main">
            <a:r>
              <a:t>SHA256: 86906fd55a2ec471810556d31ca9750c53b0690b5d2e5916e6b98ef5d7a25107</a:t>
            </a:r>
          </a:p>
          <a:p xmlns:a="http://schemas.openxmlformats.org/drawingml/2006/main">
            <a:r>
              <a:t>参照：src/fileworkbench/modules/preview/image_view.py</a:t>
            </a:r>
          </a:p>
          <a:p xmlns:a="http://schemas.openxmlformats.org/drawingml/2006/main">
            <a:r>
              <a:t>L7: class ImageView</a:t>
            </a:r>
          </a:p>
          <a:p xmlns:a="http://schemas.openxmlformats.org/drawingml/2006/main">
            <a:r>
              <a:t>  L11: __init__(self)</a:t>
            </a:r>
          </a:p>
          <a:p xmlns:a="http://schemas.openxmlformats.org/drawingml/2006/main">
            <a:r>
              <a:t>  L28: pixmap(self)</a:t>
            </a:r>
          </a:p>
          <a:p xmlns:a="http://schemas.openxmlformats.org/drawingml/2006/main">
            <a:r>
              <a:t>  L31: clear(self)</a:t>
            </a:r>
          </a:p>
          <a:p xmlns:a="http://schemas.openxmlformats.org/drawingml/2006/main">
            <a:r>
              <a:t>  L34: setPixmap(self, pixmap)</a:t>
            </a:r>
          </a:p>
          <a:p xmlns:a="http://schemas.openxmlformats.org/drawingml/2006/main">
            <a:r>
              <a:t>  L42: fit(self)</a:t>
            </a:r>
          </a:p>
          <a:p xmlns:a="http://schemas.openxmlformats.org/drawingml/2006/main">
            <a:r>
              <a:t>  L50: zoom(self, factor)</a:t>
            </a:r>
          </a:p>
          <a:p xmlns:a="http://schemas.openxmlformats.org/drawingml/2006/main">
            <a:r>
              <a:t>  L55: apply_zoom(self)</a:t>
            </a:r>
          </a:p>
          <a:p xmlns:a="http://schemas.openxmlformats.org/drawingml/2006/main">
            <a:r>
              <a:t>  L59: rotate_right(self)</a:t>
            </a:r>
          </a:p>
          <a:p xmlns:a="http://schemas.openxmlformats.org/drawingml/2006/main">
            <a:r>
              <a:t>  L66: resizeEvent(self, event)</a:t>
            </a:r>
          </a:p>
          <a:p xmlns:a="http://schemas.openxmlformats.org/drawingml/2006/main">
            <a:r>
              <a:t>  L70: mousePressEvent(self, event)</a:t>
            </a:r>
          </a:p>
          <a:p xmlns:a="http://schemas.openxmlformats.org/drawingml/2006/main">
            <a:r>
              <a:t>  L74: drawBackground(self, painter, rect)</a:t>
            </a:r>
          </a:p>
          <a:p xmlns:a="http://schemas.openxmlformats.org/drawingml/2006/main">
            <a:r>
              <a:t>SHA256: 9812fe7d930562845068f80e99290c61becf09609ef2abc7c0ed33c5137ba632</a:t>
            </a:r>
          </a:p>
          <a:p xmlns:a="http://schemas.openxmlformats.org/drawingml/2006/main">
            <a:r>
              <a:t>参照：src/fileworkbench/modules/preview/interface.py</a:t>
            </a:r>
          </a:p>
          <a:p xmlns:a="http://schemas.openxmlformats.org/drawingml/2006/main">
            <a:r>
              <a:t>L5: class PreviewInterface</a:t>
            </a:r>
          </a:p>
          <a:p xmlns:a="http://schemas.openxmlformats.org/drawingml/2006/main">
            <a:r>
              <a:t>  L6: __init__(self, services=None)</a:t>
            </a:r>
          </a:p>
          <a:p xmlns:a="http://schemas.openxmlformats.org/drawingml/2006/main">
            <a:r>
              <a:t>SHA256: f4989662044c6a5492496dc65f14324ea00b004f14cc87c9a2e5d6d062ef16bb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参照：src/fileworkbench/modules/preview/module.py</a:t>
            </a:r>
          </a:p>
          <a:p xmlns:a="http://schemas.openxmlformats.org/drawingml/2006/main">
            <a:r>
              <a:t>L18: class InfoPanel</a:t>
            </a:r>
          </a:p>
          <a:p xmlns:a="http://schemas.openxmlformats.org/drawingml/2006/main">
            <a:r>
              <a:t>  L19: __init__(self)</a:t>
            </a:r>
          </a:p>
          <a:p xmlns:a="http://schemas.openxmlformats.org/drawingml/2006/main">
            <a:r>
              <a:t>  L21: setText(self, text)</a:t>
            </a:r>
          </a:p>
          <a:p xmlns:a="http://schemas.openxmlformats.org/drawingml/2006/main">
            <a:r>
              <a:t>  L22: text(self)</a:t>
            </a:r>
          </a:p>
          <a:p xmlns:a="http://schemas.openxmlformats.org/drawingml/2006/main">
            <a:r>
              <a:t>L24: class SeekSlider</a:t>
            </a:r>
          </a:p>
          <a:p xmlns:a="http://schemas.openxmlformats.org/drawingml/2006/main">
            <a:r>
              <a:t>  L26: __init__(self)</a:t>
            </a:r>
          </a:p>
          <a:p xmlns:a="http://schemas.openxmlformats.org/drawingml/2006/main">
            <a:r>
              <a:t>  L27: seek_at(self, event)</a:t>
            </a:r>
          </a:p>
          <a:p xmlns:a="http://schemas.openxmlformats.org/drawingml/2006/main">
            <a:r>
              <a:t>  L29: mousePressEvent(self, event)</a:t>
            </a:r>
          </a:p>
          <a:p xmlns:a="http://schemas.openxmlformats.org/drawingml/2006/main">
            <a:r>
              <a:t>  L32: mouseMoveEvent(self, event)</a:t>
            </a:r>
          </a:p>
          <a:p xmlns:a="http://schemas.openxmlformats.org/drawingml/2006/main">
            <a:r>
              <a:t>  L35: mouseReleaseEvent(self, event)</a:t>
            </a:r>
          </a:p>
          <a:p xmlns:a="http://schemas.openxmlformats.org/drawingml/2006/main">
            <a:r>
              <a:t>  L38: keyPressEvent(self, event)</a:t>
            </a:r>
          </a:p>
          <a:p xmlns:a="http://schemas.openxmlformats.org/drawingml/2006/main">
            <a:r>
              <a:t>L40: class _PreviewPane</a:t>
            </a:r>
          </a:p>
          <a:p xmlns:a="http://schemas.openxmlformats.org/drawingml/2006/main">
            <a:r>
              <a:t>  L42: __init__(self, services, lazy_media=False)</a:t>
            </a:r>
          </a:p>
          <a:p xmlns:a="http://schemas.openxmlformats.org/drawingml/2006/main">
            <a:r>
              <a:t>  L60: ensure_player(self)</a:t>
            </a:r>
          </a:p>
          <a:p xmlns:a="http://schemas.openxmlformats.org/drawingml/2006/main">
            <a:r>
              <a:t>  L65: show_controls(self, on)</a:t>
            </a:r>
          </a:p>
          <a:p xmlns:a="http://schemas.openxmlformats.org/drawingml/2006/main">
            <a:r>
              <a:t>  L67: options(self)</a:t>
            </a:r>
          </a:p>
          <a:p xmlns:a="http://schemas.openxmlformats.org/drawingml/2006/main">
            <a:r>
              <a:t>  L68: apply_options(self, options)</a:t>
            </a:r>
          </a:p>
          <a:p xmlns:a="http://schemas.openxmlformats.org/drawingml/2006/main">
            <a:r>
              <a:t>  L69: pick(self)</a:t>
            </a:r>
          </a:p>
          <a:p xmlns:a="http://schemas.openxmlformats.org/drawingml/2006/main">
            <a:r>
              <a:t>  L72: selected_paths(self)</a:t>
            </a:r>
          </a:p>
          <a:p xmlns:a="http://schemas.openxmlformats.org/drawingml/2006/main">
            <a:r>
              <a:t>  L73: receive_paths(self, paths, options=None)</a:t>
            </a:r>
          </a:p>
          <a:p xmlns:a="http://schemas.openxmlformats.org/drawingml/2006/main">
            <a:r>
              <a:t>  L75: loaded(self, files)</a:t>
            </a:r>
          </a:p>
          <a:p xmlns:a="http://schemas.openxmlformats.org/drawingml/2006/main">
            <a:r>
              <a:t>  L76: next_file(self)</a:t>
            </a:r>
          </a:p>
          <a:p xmlns:a="http://schemas.openxmlformats.org/drawingml/2006/main">
            <a:r>
              <a:t>  L77: previous_file(self)</a:t>
            </a:r>
          </a:p>
          <a:p xmlns:a="http://schemas.openxmlformats.org/drawingml/2006/main">
            <a:r>
              <a:t>  L78: step(self, d)</a:t>
            </a:r>
          </a:p>
          <a:p xmlns:a="http://schemas.openxmlformats.org/drawingml/2006/main">
            <a:r>
              <a:t>  L80: show_file(self)</a:t>
            </a:r>
          </a:p>
          <a:p xmlns:a="http://schemas.openxmlformats.org/drawingml/2006/main">
            <a:r>
              <a:t>  L104: fit(self)</a:t>
            </a:r>
          </a:p>
          <a:p xmlns:a="http://schemas.openxmlformats.org/drawingml/2006/main">
            <a:r>
              <a:t>  L106: resizeEvent(self, event)</a:t>
            </a:r>
          </a:p>
          <a:p xmlns:a="http://schemas.openxmlformats.org/drawingml/2006/main">
            <a:r>
              <a:t>  L107: duration_changed(self, value)</a:t>
            </a:r>
          </a:p>
          <a:p xmlns:a="http://schemas.openxmlformats.org/drawingml/2006/main">
            <a:r>
              <a:t>  L108: position_changed(self, value)</a:t>
            </a:r>
          </a:p>
          <a:p xmlns:a="http://schemas.openxmlformats.org/drawingml/2006/main">
            <a:r>
              <a:t>  L112: state_changed(self, state)</a:t>
            </a:r>
          </a:p>
          <a:p xmlns:a="http://schemas.openxmlformats.org/drawingml/2006/main">
            <a:r>
              <a:t>  L113: seek_begin(self)</a:t>
            </a:r>
          </a:p>
          <a:p xmlns:a="http://schemas.openxmlformats.org/drawingml/2006/main">
            <a:r>
              <a:t>  L114: seek_commit(self, value)</a:t>
            </a:r>
          </a:p>
          <a:p xmlns:a="http://schemas.openxmlformats.org/drawingml/2006/main">
            <a:r>
              <a:t>  L119: release_media(self)</a:t>
            </a:r>
          </a:p>
          <a:p xmlns:a="http://schemas.openxmlformats.org/drawingml/2006/main">
            <a:r>
              <a:t>  L122: edit_current(self)</a:t>
            </a:r>
          </a:p>
          <a:p xmlns:a="http://schemas.openxmlformats.org/drawingml/2006/main">
            <a:r>
              <a:t>  L124: menu(self, pos)</a:t>
            </a:r>
          </a:p>
          <a:p xmlns:a="http://schemas.openxmlformats.org/drawingml/2006/main">
            <a:r>
              <a:t>  L131: closeEvent(self, event)</a:t>
            </a:r>
          </a:p>
          <a:p xmlns:a="http://schemas.openxmlformats.org/drawingml/2006/main">
            <a:r>
              <a:t>L134: class PreviewModule</a:t>
            </a:r>
          </a:p>
          <a:p xmlns:a="http://schemas.openxmlformats.org/drawingml/2006/main">
            <a:r>
              <a:t>  L136: __init__(self, services)</a:t>
            </a:r>
          </a:p>
          <a:p xmlns:a="http://schemas.openxmlformats.org/drawingml/2006/main">
            <a:r>
              <a:t>  L187: right_event(self, name, payload)</a:t>
            </a:r>
          </a:p>
          <a:p xmlns:a="http://schemas.openxmlformats.org/drawingml/2006/main">
            <a:r>
              <a:t>  L191: busy(self)</a:t>
            </a:r>
          </a:p>
          <a:p xmlns:a="http://schemas.openxmlformats.org/drawingml/2006/main">
            <a:r>
              <a:t>  L194: cancel(self)</a:t>
            </a:r>
          </a:p>
          <a:p xmlns:a="http://schemas.openxmlformats.org/drawingml/2006/main">
            <a:r>
              <a:t>  L198: active_pane(self)</a:t>
            </a:r>
          </a:p>
          <a:p xmlns:a="http://schemas.openxmlformats.org/drawingml/2006/main">
            <a:r>
              <a:t>  L199: active_view(self)</a:t>
            </a:r>
          </a:p>
          <a:p xmlns:a="http://schemas.openxmlformats.org/drawingml/2006/main">
            <a:r>
              <a:t>  L200: selected_paths(self)</a:t>
            </a:r>
          </a:p>
          <a:p xmlns:a="http://schemas.openxmlformats.org/drawingml/2006/main">
            <a:r>
              <a:t>  L204: pick(self)</a:t>
            </a:r>
          </a:p>
          <a:p xmlns:a="http://schemas.openxmlformats.org/drawingml/2006/main">
            <a:r>
              <a:t>  L208: pick_folder(self)</a:t>
            </a:r>
          </a:p>
          <a:p xmlns:a="http://schemas.openxmlformats.org/drawingml/2006/main">
            <a:r>
              <a:t>  L212: receive_paths(self, paths, options=None)</a:t>
            </a:r>
          </a:p>
          <a:p xmlns:a="http://schemas.openxmlformats.org/drawingml/2006/main">
            <a:r>
              <a:t>  L218: loaded(self, files)</a:t>
            </a:r>
          </a:p>
          <a:p xmlns:a="http://schemas.openxmlformats.org/drawingml/2006/main">
            <a:r>
              <a:t>  L222: receive_pairs(self, pairs, side='left')</a:t>
            </a:r>
          </a:p>
          <a:p xmlns:a="http://schemas.openxmlformats.org/drawingml/2006/main">
            <a:r>
              <a:t>  L232: show_file(self)</a:t>
            </a:r>
          </a:p>
          <a:p xmlns:a="http://schemas.openxmlformats.org/drawingml/2006/main">
            <a:r>
              <a:t>  L249: step(self, d)</a:t>
            </a:r>
          </a:p>
          <a:p xmlns:a="http://schemas.openxmlformats.org/drawingml/2006/main">
            <a:r>
              <a:t>  L254: reverse_order(self)</a:t>
            </a:r>
          </a:p>
          <a:p xmlns:a="http://schemas.openxmlformats.org/drawingml/2006/main">
            <a:r>
              <a:t>  L259: select_side(self, side)</a:t>
            </a:r>
          </a:p>
          <a:p xmlns:a="http://schemas.openxmlformats.org/drawingml/2006/main">
            <a:r>
              <a:t>  L263: update_details(self)</a:t>
            </a:r>
          </a:p>
          <a:p xmlns:a="http://schemas.openxmlformats.org/drawingml/2006/main">
            <a:r>
              <a:t>  L279: set_background(self, text)</a:t>
            </a:r>
          </a:p>
          <a:p xmlns:a="http://schemas.openxmlformats.org/drawingml/2006/main">
            <a:r>
              <a:t>  L282: more_menu(self)</a:t>
            </a:r>
          </a:p>
          <a:p xmlns:a="http://schemas.openxmlformats.org/drawingml/2006/main">
            <a:r>
              <a:t>  L286: options(self)</a:t>
            </a:r>
          </a:p>
          <a:p xmlns:a="http://schemas.openxmlformats.org/drawingml/2006/main">
            <a:r>
              <a:t>  L291: apply_options(self, options)</a:t>
            </a:r>
          </a:p>
          <a:p xmlns:a="http://schemas.openxmlformats.org/drawingml/2006/main">
            <a:r>
              <a:t>  L296: files_changed(self, results)</a:t>
            </a:r>
          </a:p>
          <a:p xmlns:a="http://schemas.openxmlformats.org/drawingml/2006/main">
            <a:r>
              <a:t>  L304: closeEvent(self, event)</a:t>
            </a:r>
          </a:p>
          <a:p xmlns:a="http://schemas.openxmlformats.org/drawingml/2006/main">
            <a:r>
              <a:t>  L307: release_media(self)</a:t>
            </a:r>
          </a:p>
          <a:p xmlns:a="http://schemas.openxmlformats.org/drawingml/2006/main">
            <a:r>
              <a:t>SHA256: 82d8303e47b9875b5012d82f015374ed365f596070d4e678829c21249e16fa19</a:t>
            </a:r>
          </a:p>
          <a:p xmlns:a="http://schemas.openxmlformats.org/drawingml/2006/main">
            <a:r>
              <a:t>参照：src/fileworkbench/modules/rename/interface.py</a:t>
            </a:r>
          </a:p>
          <a:p xmlns:a="http://schemas.openxmlformats.org/drawingml/2006/main">
            <a:r>
              <a:t>L5: class RenameInterface</a:t>
            </a:r>
          </a:p>
          <a:p xmlns:a="http://schemas.openxmlformats.org/drawingml/2006/main">
            <a:r>
              <a:t>  L6: __init__(self, services=None)</a:t>
            </a:r>
          </a:p>
          <a:p xmlns:a="http://schemas.openxmlformats.org/drawingml/2006/main">
            <a:r>
              <a:t>SHA256: d54fb01fbe900ff3a7b9a2922e32ac468ab87edbb4de72f18e1ff4604fb86072</a:t>
            </a:r>
          </a:p>
          <a:p xmlns:a="http://schemas.openxmlformats.org/drawingml/2006/main">
            <a:r>
              <a:t>参照：src/fileworkbench/modules/rename/module.py</a:t>
            </a:r>
          </a:p>
          <a:p xmlns:a="http://schemas.openxmlformats.org/drawingml/2006/main">
            <a:r>
              <a:t>L9: class RenameModule</a:t>
            </a:r>
          </a:p>
          <a:p xmlns:a="http://schemas.openxmlformats.org/drawingml/2006/main">
            <a:r>
              <a:t>  L11: __init__(self, services)</a:t>
            </a:r>
          </a:p>
          <a:p xmlns:a="http://schemas.openxmlformats.org/drawingml/2006/main">
            <a:r>
              <a:t>  L33: choose(self)</a:t>
            </a:r>
          </a:p>
          <a:p xmlns:a="http://schemas.openxmlformats.org/drawingml/2006/main">
            <a:r>
              <a:t>  L36: toggle_mode(self, *_)</a:t>
            </a:r>
          </a:p>
          <a:p xmlns:a="http://schemas.openxmlformats.org/drawingml/2006/main">
            <a:r>
              <a:t>  L37: receive_paths(self, paths, options=None)</a:t>
            </a:r>
          </a:p>
          <a:p xmlns:a="http://schemas.openxmlformats.org/drawingml/2006/main">
            <a:r>
              <a:t>  L39: loaded(self, files)</a:t>
            </a:r>
          </a:p>
          <a:p xmlns:a="http://schemas.openxmlformats.org/drawingml/2006/main">
            <a:r>
              <a:t>  L40: selected_paths(self)</a:t>
            </a:r>
          </a:p>
          <a:p xmlns:a="http://schemas.openxmlformats.org/drawingml/2006/main">
            <a:r>
              <a:t>  L41: options(self)</a:t>
            </a:r>
          </a:p>
          <a:p xmlns:a="http://schemas.openxmlformats.org/drawingml/2006/main">
            <a:r>
              <a:t>  L43: apply_options(self, options)</a:t>
            </a:r>
          </a:p>
          <a:p xmlns:a="http://schemas.openxmlformats.org/drawingml/2006/main">
            <a:r>
              <a:t>  L51: restore_settings(self)</a:t>
            </a:r>
          </a:p>
          <a:p xmlns:a="http://schemas.openxmlformats.org/drawingml/2006/main">
            <a:r>
              <a:t>  L52: preview(self, *_)</a:t>
            </a:r>
          </a:p>
          <a:p xmlns:a="http://schemas.openxmlformats.org/drawingml/2006/main">
            <a:r>
              <a:t>  L77: render(self, *_)</a:t>
            </a:r>
          </a:p>
          <a:p xmlns:a="http://schemas.openxmlformats.org/drawingml/2006/main">
            <a:r>
              <a:t>  L80: plans(self)</a:t>
            </a:r>
          </a:p>
          <a:p xmlns:a="http://schemas.openxmlformats.org/drawingml/2006/main">
            <a:r>
              <a:t>  L82: scope_changed(self, *_)</a:t>
            </a:r>
          </a:p>
          <a:p xmlns:a="http://schemas.openxmlformats.org/drawingml/2006/main">
            <a:r>
              <a:t>  L84: dry_run(self)</a:t>
            </a:r>
          </a:p>
          <a:p xmlns:a="http://schemas.openxmlformats.org/drawingml/2006/main">
            <a:r>
              <a:t>  L85: execute(self, confirm=True)</a:t>
            </a:r>
          </a:p>
          <a:p xmlns:a="http://schemas.openxmlformats.org/drawingml/2006/main">
            <a:r>
              <a:t>  L92: retry_failed(self, confirm=True)</a:t>
            </a:r>
          </a:p>
          <a:p xmlns:a="http://schemas.openxmlformats.org/drawingml/2006/main">
            <a:r>
              <a:t>  L97: renamed(self, results)</a:t>
            </a:r>
          </a:p>
          <a:p xmlns:a="http://schemas.openxmlformats.org/drawingml/2006/main">
            <a:r>
              <a:t>  L101: undo(self)</a:t>
            </a:r>
          </a:p>
          <a:p xmlns:a="http://schemas.openxmlformats.org/drawingml/2006/main">
            <a:r>
              <a:t>  L104: clear(self)</a:t>
            </a:r>
          </a:p>
          <a:p xmlns:a="http://schemas.openxmlformats.org/drawingml/2006/main">
            <a:r>
              <a:t>SHA256: d2ae74ba27805da961734749b666c19cf9290a3620cb89e933501a98af82f01b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参照：src/fileworkbench/modules/tree/interface.py</a:t>
            </a:r>
          </a:p>
          <a:p xmlns:a="http://schemas.openxmlformats.org/drawingml/2006/main">
            <a:r>
              <a:t>L5: class TreeInterface</a:t>
            </a:r>
          </a:p>
          <a:p xmlns:a="http://schemas.openxmlformats.org/drawingml/2006/main">
            <a:r>
              <a:t>  L6: __init__(self, services=None)</a:t>
            </a:r>
          </a:p>
          <a:p xmlns:a="http://schemas.openxmlformats.org/drawingml/2006/main">
            <a:r>
              <a:t>SHA256: c1af8024f850d1efdcbaea11e20ae5e6d1547f65edbe3b05d91d20bea48c9133</a:t>
            </a:r>
          </a:p>
          <a:p xmlns:a="http://schemas.openxmlformats.org/drawingml/2006/main">
            <a:r>
              <a:t>参照：src/fileworkbench/modules/tree/module.py</a:t>
            </a:r>
          </a:p>
          <a:p xmlns:a="http://schemas.openxmlformats.org/drawingml/2006/main">
            <a:r>
              <a:t>L8: class TreeModule</a:t>
            </a:r>
          </a:p>
          <a:p xmlns:a="http://schemas.openxmlformats.org/drawingml/2006/main">
            <a:r>
              <a:t>  L10: __init__(self, services)</a:t>
            </a:r>
          </a:p>
          <a:p xmlns:a="http://schemas.openxmlformats.org/drawingml/2006/main">
            <a:r>
              <a:t>  L26: choose(self)</a:t>
            </a:r>
          </a:p>
          <a:p xmlns:a="http://schemas.openxmlformats.org/drawingml/2006/main">
            <a:r>
              <a:t>  L29: choose_destination(self)</a:t>
            </a:r>
          </a:p>
          <a:p xmlns:a="http://schemas.openxmlformats.org/drawingml/2006/main">
            <a:r>
              <a:t>  L32: selected_paths(self)</a:t>
            </a:r>
          </a:p>
          <a:p xmlns:a="http://schemas.openxmlformats.org/drawingml/2006/main">
            <a:r>
              <a:t>  L33: receive_paths(self, paths, options=None)</a:t>
            </a:r>
          </a:p>
          <a:p xmlns:a="http://schemas.openxmlformats.org/drawingml/2006/main">
            <a:r>
              <a:t>  L37: load(self, root)</a:t>
            </a:r>
          </a:p>
          <a:p xmlns:a="http://schemas.openxmlformats.org/drawingml/2006/main">
            <a:r>
              <a:t>  L38: refresh(self)</a:t>
            </a:r>
          </a:p>
          <a:p xmlns:a="http://schemas.openxmlformats.org/drawingml/2006/main">
            <a:r>
              <a:t>  L40: loaded(self, rows)</a:t>
            </a:r>
          </a:p>
          <a:p xmlns:a="http://schemas.openxmlformats.org/drawingml/2006/main">
            <a:r>
              <a:t>  L47: filter(self, *_)</a:t>
            </a:r>
          </a:p>
          <a:p xmlns:a="http://schemas.openxmlformats.org/drawingml/2006/main">
            <a:r>
              <a:t>  L55: clear(self)</a:t>
            </a:r>
          </a:p>
          <a:p xmlns:a="http://schemas.openxmlformats.org/drawingml/2006/main">
            <a:r>
              <a:t>  L58: options(self)</a:t>
            </a:r>
          </a:p>
          <a:p xmlns:a="http://schemas.openxmlformats.org/drawingml/2006/main">
            <a:r>
              <a:t>  L59: apply_options(self, options)</a:t>
            </a:r>
          </a:p>
          <a:p xmlns:a="http://schemas.openxmlformats.org/drawingml/2006/main">
            <a:r>
              <a:t>  L61: export(self, destination=None)</a:t>
            </a:r>
          </a:p>
          <a:p xmlns:a="http://schemas.openxmlformats.org/drawingml/2006/main">
            <a:r>
              <a:t>  L71: export_done(self, path)</a:t>
            </a:r>
          </a:p>
          <a:p xmlns:a="http://schemas.openxmlformats.org/drawingml/2006/main">
            <a:r>
              <a:t>SHA256: 9d87a9ec973238a209ec4d3074cf45e633551bfa4774349621e06d8b98076b7d</a:t>
            </a:r>
          </a:p>
          <a:p xmlns:a="http://schemas.openxmlformats.org/drawingml/2006/main">
            <a:r>
              <a:t>参照：src/fileworkbench/ui/common.py</a:t>
            </a:r>
          </a:p>
          <a:p xmlns:a="http://schemas.openxmlformats.org/drawingml/2006/main">
            <a:r>
              <a:t>L11: class Job</a:t>
            </a:r>
          </a:p>
          <a:p xmlns:a="http://schemas.openxmlformats.org/drawingml/2006/main">
            <a:r>
              <a:t>  L13: __init__(self, fn, parent=None)</a:t>
            </a:r>
          </a:p>
          <a:p xmlns:a="http://schemas.openxmlformats.org/drawingml/2006/main">
            <a:r>
              <a:t>  L14: run(self)</a:t>
            </a:r>
          </a:p>
          <a:p xmlns:a="http://schemas.openxmlformats.org/drawingml/2006/main">
            <a:r>
              <a:t>L19: class ValueItem</a:t>
            </a:r>
          </a:p>
          <a:p xmlns:a="http://schemas.openxmlformats.org/drawingml/2006/main">
            <a:r>
              <a:t>  L20: __lt__(self, other)</a:t>
            </a:r>
          </a:p>
          <a:p xmlns:a="http://schemas.openxmlformats.org/drawingml/2006/main">
            <a:r>
              <a:t>L27: class FileTable</a:t>
            </a:r>
          </a:p>
          <a:p xmlns:a="http://schemas.openxmlformats.org/drawingml/2006/main">
            <a:r>
              <a:t>  L29: __init__(self, headers, key, parent=None)</a:t>
            </a:r>
          </a:p>
          <a:p xmlns:a="http://schemas.openxmlformats.org/drawingml/2006/main">
            <a:r>
              <a:t>  L39: fill(self, rows)</a:t>
            </a:r>
          </a:p>
          <a:p xmlns:a="http://schemas.openxmlformats.org/drawingml/2006/main">
            <a:r>
              <a:t>  L46: selected_rows(self)</a:t>
            </a:r>
          </a:p>
          <a:p xmlns:a="http://schemas.openxmlformats.org/drawingml/2006/main">
            <a:r>
              <a:t>  L47: visible_rows(self)</a:t>
            </a:r>
          </a:p>
          <a:p xmlns:a="http://schemas.openxmlformats.org/drawingml/2006/main">
            <a:r>
              <a:t>  L48: selected_paths(self)</a:t>
            </a:r>
          </a:p>
          <a:p xmlns:a="http://schemas.openxmlformats.org/drawingml/2006/main">
            <a:r>
              <a:t>  L49: startDrag(self, actions)</a:t>
            </a:r>
          </a:p>
          <a:p xmlns:a="http://schemas.openxmlformats.org/drawingml/2006/main">
            <a:r>
              <a:t>  L53: dragEnterEvent(self, event)</a:t>
            </a:r>
          </a:p>
          <a:p xmlns:a="http://schemas.openxmlformats.org/drawingml/2006/main">
            <a:r>
              <a:t>  L55: dragMoveEvent(self, event)</a:t>
            </a:r>
          </a:p>
          <a:p xmlns:a="http://schemas.openxmlformats.org/drawingml/2006/main">
            <a:r>
              <a:t>  L56: dropEvent(self, event)</a:t>
            </a:r>
          </a:p>
          <a:p xmlns:a="http://schemas.openxmlformats.org/drawingml/2006/main">
            <a:r>
              <a:t>  L59: reset_widths(self)</a:t>
            </a:r>
          </a:p>
          <a:p xmlns:a="http://schemas.openxmlformats.org/drawingml/2006/main">
            <a:r>
              <a:t>L62: class DropLabel</a:t>
            </a:r>
          </a:p>
          <a:p xmlns:a="http://schemas.openxmlformats.org/drawingml/2006/main">
            <a:r>
              <a:t>  L64: __init__(self, text='')</a:t>
            </a:r>
          </a:p>
          <a:p xmlns:a="http://schemas.openxmlformats.org/drawingml/2006/main">
            <a:r>
              <a:t>  L65: dragEnterEvent(self, e)</a:t>
            </a:r>
          </a:p>
          <a:p xmlns:a="http://schemas.openxmlformats.org/drawingml/2006/main">
            <a:r>
              <a:t>  L67: dropEvent(self, e)</a:t>
            </a:r>
          </a:p>
          <a:p xmlns:a="http://schemas.openxmlformats.org/drawingml/2006/main">
            <a:r>
              <a:t>L71: class ModuleWidget</a:t>
            </a:r>
          </a:p>
          <a:p xmlns:a="http://schemas.openxmlformats.org/drawingml/2006/main">
            <a:r>
              <a:t>  L74: __init__(self, services)</a:t>
            </a:r>
          </a:p>
          <a:p xmlns:a="http://schemas.openxmlformats.org/drawingml/2006/main">
            <a:r>
              <a:t>  L82: footer(self, layout)</a:t>
            </a:r>
          </a:p>
          <a:p xmlns:a="http://schemas.openxmlformats.org/drawingml/2006/main">
            <a:r>
              <a:t>  L84: busy(self)</a:t>
            </a:r>
          </a:p>
          <a:p xmlns:a="http://schemas.openxmlformats.org/drawingml/2006/main">
            <a:r>
              <a:t>  L85: run_job(self, fn, done)</a:t>
            </a:r>
          </a:p>
          <a:p xmlns:a="http://schemas.openxmlformats.org/drawingml/2006/main">
            <a:r>
              <a:t>  L93: _receive_result(self, value)</a:t>
            </a:r>
          </a:p>
          <a:p xmlns:a="http://schemas.openxmlformats.org/drawingml/2006/main">
            <a:r>
              <a:t>  L94: _receive_error(self, error)</a:t>
            </a:r>
          </a:p>
          <a:p xmlns:a="http://schemas.openxmlformats.org/drawingml/2006/main">
            <a:r>
              <a:t>  L95: _progress(self, row)</a:t>
            </a:r>
          </a:p>
          <a:p xmlns:a="http://schemas.openxmlformats.org/drawingml/2006/main">
            <a:r>
              <a:t>  L99: _finished(self)</a:t>
            </a:r>
          </a:p>
          <a:p xmlns:a="http://schemas.openxmlformats.org/drawingml/2006/main">
            <a:r>
              <a:t>  L110: cancel(self)</a:t>
            </a:r>
          </a:p>
          <a:p xmlns:a="http://schemas.openxmlformats.org/drawingml/2006/main">
            <a:r>
              <a:t>  L112: selected_paths(self)</a:t>
            </a:r>
          </a:p>
          <a:p xmlns:a="http://schemas.openxmlformats.org/drawingml/2006/main">
            <a:r>
              <a:t>  L113: receive_paths(self, paths, options=None)</a:t>
            </a:r>
          </a:p>
          <a:p xmlns:a="http://schemas.openxmlformats.org/drawingml/2006/main">
            <a:r>
              <a:t>  L116: dragEnterEvent(self, event)</a:t>
            </a:r>
          </a:p>
          <a:p xmlns:a="http://schemas.openxmlformats.org/drawingml/2006/main">
            <a:r>
              <a:t>  L118: dropEvent(self, event)</a:t>
            </a:r>
          </a:p>
          <a:p xmlns:a="http://schemas.openxmlformats.org/drawingml/2006/main">
            <a:r>
              <a:t>  L121: file_menu(self, table, pos)</a:t>
            </a:r>
          </a:p>
          <a:p xmlns:a="http://schemas.openxmlformats.org/drawingml/2006/main">
            <a:r>
              <a:t>  L131: changed(self, results)</a:t>
            </a:r>
          </a:p>
          <a:p xmlns:a="http://schemas.openxmlformats.org/drawingml/2006/main">
            <a:r>
              <a:t>  L135: files_changed(self, results)</a:t>
            </a:r>
          </a:p>
          <a:p xmlns:a="http://schemas.openxmlformats.org/drawingml/2006/main">
            <a:r>
              <a:t>  L163: closeEvent(self, event)</a:t>
            </a:r>
          </a:p>
          <a:p xmlns:a="http://schemas.openxmlformats.org/drawingml/2006/main">
            <a:r>
              <a:t>  L166: save_state(self)</a:t>
            </a:r>
          </a:p>
          <a:p xmlns:a="http://schemas.openxmlformats.org/drawingml/2006/main">
            <a:r>
              <a:t>  L173: restore_state(self)</a:t>
            </a:r>
          </a:p>
          <a:p xmlns:a="http://schemas.openxmlformats.org/drawingml/2006/main">
            <a:r>
              <a:t>L182: table_settings(parent)</a:t>
            </a:r>
          </a:p>
          <a:p xmlns:a="http://schemas.openxmlformats.org/drawingml/2006/main">
            <a:r>
              <a:t>L187: restore_sort(header, settings, key)</a:t>
            </a:r>
          </a:p>
          <a:p xmlns:a="http://schemas.openxmlformats.org/drawingml/2006/main">
            <a:r>
              <a:t>L197: class TreeItem</a:t>
            </a:r>
          </a:p>
          <a:p xmlns:a="http://schemas.openxmlformats.org/drawingml/2006/main">
            <a:r>
              <a:t>  L198: __lt__(self, other)</a:t>
            </a:r>
          </a:p>
          <a:p xmlns:a="http://schemas.openxmlformats.org/drawingml/2006/main">
            <a:r>
              <a:t>L204: class FileTree</a:t>
            </a:r>
          </a:p>
          <a:p xmlns:a="http://schemas.openxmlformats.org/drawingml/2006/main">
            <a:r>
              <a:t>  L206: __init__(self, parent=None)</a:t>
            </a:r>
          </a:p>
          <a:p xmlns:a="http://schemas.openxmlformats.org/drawingml/2006/main">
            <a:r>
              <a:t>  L214: selected_paths(self)</a:t>
            </a:r>
          </a:p>
          <a:p xmlns:a="http://schemas.openxmlformats.org/drawingml/2006/main">
            <a:r>
              <a:t>  L215: startDrag(self, actions)</a:t>
            </a:r>
          </a:p>
          <a:p xmlns:a="http://schemas.openxmlformats.org/drawingml/2006/main">
            <a:r>
              <a:t>  L217: dragEnterEvent(self, e)</a:t>
            </a:r>
          </a:p>
          <a:p xmlns:a="http://schemas.openxmlformats.org/drawingml/2006/main">
            <a:r>
              <a:t>  L219: dragMoveEvent(self, e)</a:t>
            </a:r>
          </a:p>
          <a:p xmlns:a="http://schemas.openxmlformats.org/drawingml/2006/main">
            <a:r>
              <a:t>  L220: dropEvent(self, e)</a:t>
            </a:r>
          </a:p>
          <a:p xmlns:a="http://schemas.openxmlformats.org/drawingml/2006/main">
            <a:r>
              <a:t>  L223: reset_widths(self)</a:t>
            </a:r>
          </a:p>
          <a:p xmlns:a="http://schemas.openxmlformats.org/drawingml/2006/main">
            <a:r>
              <a:t>SHA256: a230d135d94d3d34d644365f8f7882e2bc500ca6dbc6c2d402ed445691ba4118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参照：src/fileworkbench/ui/history.py</a:t>
            </a:r>
          </a:p>
          <a:p xmlns:a="http://schemas.openxmlformats.org/drawingml/2006/main">
            <a:r>
              <a:t>L5: class HistoryModule</a:t>
            </a:r>
          </a:p>
          <a:p xmlns:a="http://schemas.openxmlformats.org/drawingml/2006/main">
            <a:r>
              <a:t>  L7: __init__(self, services)</a:t>
            </a:r>
          </a:p>
          <a:p xmlns:a="http://schemas.openxmlformats.org/drawingml/2006/main">
            <a:r>
              <a:t>  L12: refresh(self, *_)</a:t>
            </a:r>
          </a:p>
          <a:p xmlns:a="http://schemas.openxmlformats.org/drawingml/2006/main">
            <a:r>
              <a:t>  L18: undo(self)</a:t>
            </a:r>
          </a:p>
          <a:p xmlns:a="http://schemas.openxmlformats.org/drawingml/2006/main">
            <a:r>
              <a:t>  L23: export(self)</a:t>
            </a:r>
          </a:p>
          <a:p xmlns:a="http://schemas.openxmlformats.org/drawingml/2006/main">
            <a:r>
              <a:t>L27: class RecycleModule</a:t>
            </a:r>
          </a:p>
          <a:p xmlns:a="http://schemas.openxmlformats.org/drawingml/2006/main">
            <a:r>
              <a:t>  L29: __init__(self, services)</a:t>
            </a:r>
          </a:p>
          <a:p xmlns:a="http://schemas.openxmlformats.org/drawingml/2006/main">
            <a:r>
              <a:t>  L38: invalidate(self, *_)</a:t>
            </a:r>
          </a:p>
          <a:p xmlns:a="http://schemas.openxmlformats.org/drawingml/2006/main">
            <a:r>
              <a:t>  L39: choose(self)</a:t>
            </a:r>
          </a:p>
          <a:p xmlns:a="http://schemas.openxmlformats.org/drawingml/2006/main">
            <a:r>
              <a:t>  L42: refresh(self)</a:t>
            </a:r>
          </a:p>
          <a:p xmlns:a="http://schemas.openxmlformats.org/drawingml/2006/main">
            <a:r>
              <a:t>  L46: loaded(self, entries)</a:t>
            </a:r>
          </a:p>
          <a:p xmlns:a="http://schemas.openxmlformats.org/drawingml/2006/main">
            <a:r>
              <a:t>  L51: render(self, *_)</a:t>
            </a:r>
          </a:p>
          <a:p xmlns:a="http://schemas.openxmlformats.org/drawingml/2006/main">
            <a:r>
              <a:t>  L53: preview(self)</a:t>
            </a:r>
          </a:p>
          <a:p xmlns:a="http://schemas.openxmlformats.org/drawingml/2006/main">
            <a:r>
              <a:t>  L58: planned(self, plans)</a:t>
            </a:r>
          </a:p>
          <a:p xmlns:a="http://schemas.openxmlformats.org/drawingml/2006/main">
            <a:r>
              <a:t>  L59: restore(self)</a:t>
            </a:r>
          </a:p>
          <a:p xmlns:a="http://schemas.openxmlformats.org/drawingml/2006/main">
            <a:r>
              <a:t>  L63: restored(self, results)</a:t>
            </a:r>
          </a:p>
          <a:p xmlns:a="http://schemas.openxmlformats.org/drawingml/2006/main">
            <a:r>
              <a:t>SHA256: 907110a15e83a642def1863c43ff38f5920fab9b18f808e051989086c87d2d10</a:t>
            </a:r>
          </a:p>
          <a:p xmlns:a="http://schemas.openxmlformats.org/drawingml/2006/main">
            <a:r>
              <a:t>参照：src/fileworkbench/ui/presets.py</a:t>
            </a:r>
          </a:p>
          <a:p xmlns:a="http://schemas.openxmlformats.org/drawingml/2006/main">
            <a:r>
              <a:t>L7: class PresetsModule</a:t>
            </a:r>
          </a:p>
          <a:p xmlns:a="http://schemas.openxmlformats.org/drawingml/2006/main">
            <a:r>
              <a:t>  L9: __init__(self, services)</a:t>
            </a:r>
          </a:p>
          <a:p xmlns:a="http://schemas.openxmlformats.org/drawingml/2006/main">
            <a:r>
              <a:t>  L17: refresh(self)</a:t>
            </a:r>
          </a:p>
          <a:p xmlns:a="http://schemas.openxmlformats.org/drawingml/2006/main">
            <a:r>
              <a:t>  L18: selected(self)</a:t>
            </a:r>
          </a:p>
          <a:p xmlns:a="http://schemas.openxmlformats.org/drawingml/2006/main">
            <a:r>
              <a:t>  L22: capture(self)</a:t>
            </a:r>
          </a:p>
          <a:p xmlns:a="http://schemas.openxmlformats.org/drawingml/2006/main">
            <a:r>
              <a:t>  L28: save(self)</a:t>
            </a:r>
          </a:p>
          <a:p xmlns:a="http://schemas.openxmlformats.org/drawingml/2006/main">
            <a:r>
              <a:t>  L41: remove(self)</a:t>
            </a:r>
          </a:p>
          <a:p xmlns:a="http://schemas.openxmlformats.org/drawingml/2006/main">
            <a:r>
              <a:t>  L45: apply_row(self, row)</a:t>
            </a:r>
          </a:p>
          <a:p xmlns:a="http://schemas.openxmlformats.org/drawingml/2006/main">
            <a:r>
              <a:t>  L52: apply(self)</a:t>
            </a:r>
          </a:p>
          <a:p xmlns:a="http://schemas.openxmlformats.org/drawingml/2006/main">
            <a:r>
              <a:t>  L55: save_settings(self)</a:t>
            </a:r>
          </a:p>
          <a:p xmlns:a="http://schemas.openxmlformats.org/drawingml/2006/main">
            <a:r>
              <a:t>  L57: export_csv(self)</a:t>
            </a:r>
          </a:p>
          <a:p xmlns:a="http://schemas.openxmlformats.org/drawingml/2006/main">
            <a:r>
              <a:t>  L63: import_csv(self)</a:t>
            </a:r>
          </a:p>
          <a:p xmlns:a="http://schemas.openxmlformats.org/drawingml/2006/main">
            <a:r>
              <a:t>SHA256: d735cb7f840be22ae9c893c2ae7dce3842af80bf82d7d6833b281089bbee0342</a:t>
            </a:r>
          </a:p>
          <a:p xmlns:a="http://schemas.openxmlformats.org/drawingml/2006/main">
            <a:r>
              <a:t>参照：src/fileworkbench/ui/standalone.py</a:t>
            </a:r>
          </a:p>
          <a:p xmlns:a="http://schemas.openxmlformats.org/drawingml/2006/main">
            <a:r>
              <a:t>L7: class StandaloneWindow</a:t>
            </a:r>
          </a:p>
          <a:p xmlns:a="http://schemas.openxmlformats.org/drawingml/2006/main">
            <a:r>
              <a:t>  L8: __init__(self, module_id, services=None, parent=None)</a:t>
            </a:r>
          </a:p>
          <a:p xmlns:a="http://schemas.openxmlformats.org/drawingml/2006/main">
            <a:r>
              <a:t>  L19: send_requested(self, module_id, paths)</a:t>
            </a:r>
          </a:p>
          <a:p xmlns:a="http://schemas.openxmlformats.org/drawingml/2006/main">
            <a:r>
              <a:t>  L26: preview_requested(self, pairs, side)</a:t>
            </a:r>
          </a:p>
          <a:p xmlns:a="http://schemas.openxmlformats.org/drawingml/2006/main">
            <a:r>
              <a:t>  L30: closeEvent(self, event)</a:t>
            </a:r>
          </a:p>
          <a:p xmlns:a="http://schemas.openxmlformats.org/drawingml/2006/main">
            <a:r>
              <a:t>SHA256: 602be7b6d21664e1da454e2896e4ae94ead4a0c39f8104382e25243d1bc4d265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参照：src/fileworkbench/core/__init__.py</a:t>
            </a:r>
          </a:p>
          <a:p xmlns:a="http://schemas.openxmlformats.org/drawingml/2006/main">
            <a:r>
              <a:t>SHA256: c02fcc5bc1196c397d2c0e9994db4bbb902cbc9b56444d1fed416f2e588a5a00</a:t>
            </a:r>
          </a:p>
          <a:p xmlns:a="http://schemas.openxmlformats.org/drawingml/2006/main">
            <a:r>
              <a:t>参照：src/fileworkbench/developer/__init__.py</a:t>
            </a:r>
          </a:p>
          <a:p xmlns:a="http://schemas.openxmlformats.org/drawingml/2006/main">
            <a:r>
              <a:t>SHA256: 375011b085988d4ca941ba0bf42448bea6894b4d3ecf1d2a35396df74878287c</a:t>
            </a:r>
          </a:p>
          <a:p xmlns:a="http://schemas.openxmlformats.org/drawingml/2006/main">
            <a:r>
              <a:t>参照：src/fileworkbench/interfaces/__init__.py</a:t>
            </a:r>
          </a:p>
          <a:p xmlns:a="http://schemas.openxmlformats.org/drawingml/2006/main">
            <a:r>
              <a:t>SHA256: dfd3b2c8aa62546e96341ceff99811c256e7b084101db4a2f7ceb4c605594281</a:t>
            </a:r>
          </a:p>
          <a:p xmlns:a="http://schemas.openxmlformats.org/drawingml/2006/main">
            <a:r>
              <a:t>参照：src/fileworkbench/modules/__init__.py</a:t>
            </a:r>
          </a:p>
          <a:p xmlns:a="http://schemas.openxmlformats.org/drawingml/2006/main">
            <a:r>
              <a:t>SHA256: 9f00acbc18704a7db50984286a70360314ec1c04f1ae295b3f70d95f1000cf94</a:t>
            </a:r>
          </a:p>
          <a:p xmlns:a="http://schemas.openxmlformats.org/drawingml/2006/main">
            <a:r>
              <a:t>参照：src/fileworkbench/modules/compare/__init__.py</a:t>
            </a:r>
          </a:p>
          <a:p xmlns:a="http://schemas.openxmlformats.org/drawingml/2006/main">
            <a:r>
              <a:t>SHA256: f44579af468932ad2647821a3c44a434d7011a0535062dd77a56ccbec7d0b0fa</a:t>
            </a:r>
          </a:p>
          <a:p xmlns:a="http://schemas.openxmlformats.org/drawingml/2006/main">
            <a:r>
              <a:t>参照：src/fileworkbench/modules/hash/__init__.py</a:t>
            </a:r>
          </a:p>
          <a:p xmlns:a="http://schemas.openxmlformats.org/drawingml/2006/main">
            <a:r>
              <a:t>SHA256: 365269777903c9c0fcc978f6a132662b97e088bd23b2f7da63917f50eac2dbf1</a:t>
            </a:r>
          </a:p>
          <a:p xmlns:a="http://schemas.openxmlformats.org/drawingml/2006/main">
            <a:r>
              <a:t>参照：src/fileworkbench/modules/preview/__init__.py</a:t>
            </a:r>
          </a:p>
          <a:p xmlns:a="http://schemas.openxmlformats.org/drawingml/2006/main">
            <a:r>
              <a:t>SHA256: 20501ccea5f235a47249fe6f628fa849790468629f29da3454e57b6e8060432f</a:t>
            </a:r>
          </a:p>
          <a:p xmlns:a="http://schemas.openxmlformats.org/drawingml/2006/main">
            <a:r>
              <a:t>参照：src/fileworkbench/modules/rename/__init__.py</a:t>
            </a:r>
          </a:p>
          <a:p xmlns:a="http://schemas.openxmlformats.org/drawingml/2006/main">
            <a:r>
              <a:t>SHA256: 08821a1ed1ddf9072a7620fbccb6c7ad5b1263e37768bf6b79f7895ce98f4c52</a:t>
            </a:r>
          </a:p>
          <a:p xmlns:a="http://schemas.openxmlformats.org/drawingml/2006/main">
            <a:r>
              <a:t>参照：src/fileworkbench/modules/tree/__init__.py</a:t>
            </a:r>
          </a:p>
          <a:p xmlns:a="http://schemas.openxmlformats.org/drawingml/2006/main">
            <a:r>
              <a:t>SHA256: 53ef779976cc141d784cde6ff55b57069b9815257640afb42c3e11e49dd14211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参照：app_main.py</a:t>
            </a:r>
          </a:p>
          <a:p xmlns:a="http://schemas.openxmlformats.org/drawingml/2006/main">
            <a:r>
              <a:t>参照：start_app.bat</a:t>
            </a:r>
          </a:p>
          <a:p xmlns:a="http://schemas.openxmlformats.org/drawingml/2006/main">
            <a:r>
              <a:t>参照：run_module.bat</a:t>
            </a:r>
          </a:p>
          <a:p xmlns:a="http://schemas.openxmlformats.org/drawingml/2006/main">
            <a:r>
              <a:t>参照：developer_mode.bat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参照：build_release.bat</a:t>
            </a:r>
          </a:p>
          <a:p xmlns:a="http://schemas.openxmlformats.org/drawingml/2006/main">
            <a:r>
              <a:t>参照：scripts/build_windows.py</a:t>
            </a:r>
          </a:p>
          <a:p xmlns:a="http://schemas.openxmlformats.org/drawingml/2006/main">
            <a:r>
              <a:t>参照：run_tests.bat</a:t>
            </a:r>
          </a:p>
          <a:p xmlns:a="http://schemas.openxmlformats.org/drawingml/2006/main">
            <a:r>
              <a:t>参照：scripts/run_suite.py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参照：scripts/smoke_exe.py</a:t>
            </a:r>
          </a:p>
          <a:p xmlns:a="http://schemas.openxmlformats.org/drawingml/2006/main">
            <a:r>
              <a:t>参照：scripts/package_release.py</a:t>
            </a:r>
          </a:p>
          <a:p xmlns:a="http://schemas.openxmlformats.org/drawingml/2006/main">
            <a:r>
              <a:t>参照：scripts/visual_check.py</a:t>
            </a:r>
          </a:p>
          <a:p xmlns:a="http://schemas.openxmlformats.org/drawingml/2006/main">
            <a:r>
              <a:t>参照：requirements.txt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参照：tests/test_app.py</a:t>
            </a:r>
          </a:p>
          <a:p xmlns:a="http://schemas.openxmlformats.org/drawingml/2006/main">
            <a:r>
              <a:t>参照：tests/test_extended.py</a:t>
            </a:r>
          </a:p>
          <a:p xmlns:a="http://schemas.openxmlformats.org/drawingml/2006/main">
            <a:r>
              <a:t>参照：tests/test_regressions.py</a:t>
            </a:r>
          </a:p>
          <a:p xmlns:a="http://schemas.openxmlformats.org/drawingml/2006/main">
            <a:r>
              <a:t>参照：tests/test_preview_upgrade.py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参照：tests/fixtures/seek_video.mp4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参照：config/modules/tree.json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"tree",</a:t>
            </a:r>
          </a:p>
          <a:p xmlns:a="http://schemas.openxmlformats.org/drawingml/2006/main">
            <a:r>
              <a:t>  "name": "構成ツリー",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"folder_color.svg",</a:t>
            </a:r>
          </a:p>
          <a:p xmlns:a="http://schemas.openxmlformats.org/drawingml/2006/main">
            <a:r>
              <a:t>  "description": "構成ツリーの独立モジュール",</a:t>
            </a:r>
          </a:p>
          <a:p xmlns:a="http://schemas.openxmlformats.org/drawingml/2006/main">
            <a:r>
              <a:t>  "entrypoint": "fileworkbench.modules.tree.module",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"refresh": "refresh",</a:t>
            </a:r>
          </a:p>
          <a:p xmlns:a="http://schemas.openxmlformats.org/drawingml/2006/main">
            <a:r>
              <a:t>    "export": "export",</a:t>
            </a:r>
          </a:p>
          <a:p xmlns:a="http://schemas.openxmlformats.org/drawingml/2006/main">
            <a:r>
              <a:t>    "clear": "clear"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"export",</a:t>
            </a:r>
          </a:p>
          <a:p xmlns:a="http://schemas.openxmlformats.org/drawingml/2006/main">
            <a:r>
              <a:t>    "clear"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"scan.completed",</a:t>
            </a:r>
          </a:p>
          <a:p xmlns:a="http://schemas.openxmlformats.org/drawingml/2006/main">
            <a:r>
              <a:t>    "export.completed"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参照：config/modules/rename.json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"rename",</a:t>
            </a:r>
          </a:p>
          <a:p xmlns:a="http://schemas.openxmlformats.org/drawingml/2006/main">
            <a:r>
              <a:t>  "name": "一括リネーム",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"rename_color.svg",</a:t>
            </a:r>
          </a:p>
          <a:p xmlns:a="http://schemas.openxmlformats.org/drawingml/2006/main">
            <a:r>
              <a:t>  "description": "一括リネームの独立モジュール",</a:t>
            </a:r>
          </a:p>
          <a:p xmlns:a="http://schemas.openxmlformats.org/drawingml/2006/main">
            <a:r>
              <a:t>  "entrypoint": "fileworkbench.modules.rename.module",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"refresh": "preview",</a:t>
            </a:r>
          </a:p>
          <a:p xmlns:a="http://schemas.openxmlformats.org/drawingml/2006/main">
            <a:r>
              <a:t>    "preview": "dry_run",</a:t>
            </a:r>
          </a:p>
          <a:p xmlns:a="http://schemas.openxmlformats.org/drawingml/2006/main">
            <a:r>
              <a:t>    "rename": "execute",</a:t>
            </a:r>
          </a:p>
          <a:p xmlns:a="http://schemas.openxmlformats.org/drawingml/2006/main">
            <a:r>
              <a:t>    "undo": "undo",</a:t>
            </a:r>
          </a:p>
          <a:p xmlns:a="http://schemas.openxmlformats.org/drawingml/2006/main">
            <a:r>
              <a:t>    "clear": "clear",</a:t>
            </a:r>
          </a:p>
          <a:p xmlns:a="http://schemas.openxmlformats.org/drawingml/2006/main">
            <a:r>
              <a:t>    "retry_failed": "retry_failed"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"preview",</a:t>
            </a:r>
          </a:p>
          <a:p xmlns:a="http://schemas.openxmlformats.org/drawingml/2006/main">
            <a:r>
              <a:t>    "rename",</a:t>
            </a:r>
          </a:p>
          <a:p xmlns:a="http://schemas.openxmlformats.org/drawingml/2006/main">
            <a:r>
              <a:t>    "undo",</a:t>
            </a:r>
          </a:p>
          <a:p xmlns:a="http://schemas.openxmlformats.org/drawingml/2006/main">
            <a:r>
              <a:t>    "clear",</a:t>
            </a:r>
          </a:p>
          <a:p xmlns:a="http://schemas.openxmlformats.org/drawingml/2006/main">
            <a:r>
              <a:t>    "retry_failed"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"files",</a:t>
            </a:r>
          </a:p>
          <a:p xmlns:a="http://schemas.openxmlformats.org/drawingml/2006/main">
            <a:r>
              <a:t>    "folder"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"preview.completed",</a:t>
            </a:r>
          </a:p>
          <a:p xmlns:a="http://schemas.openxmlformats.org/drawingml/2006/main">
            <a:r>
              <a:t>    "rename.completed"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参照：config/modules/hash.json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"hash",</a:t>
            </a:r>
          </a:p>
          <a:p xmlns:a="http://schemas.openxmlformats.org/drawingml/2006/main">
            <a:r>
              <a:t>  "name": "HASH・重複",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"hash_color.svg",</a:t>
            </a:r>
          </a:p>
          <a:p xmlns:a="http://schemas.openxmlformats.org/drawingml/2006/main">
            <a:r>
              <a:t>  "description": "HASH・重複の独立モジュール",</a:t>
            </a:r>
          </a:p>
          <a:p xmlns:a="http://schemas.openxmlformats.org/drawingml/2006/main">
            <a:r>
              <a:t>  "entrypoint": "fileworkbench.modules.hash.module",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"scan": "scan",</a:t>
            </a:r>
          </a:p>
          <a:p xmlns:a="http://schemas.openxmlformats.org/drawingml/2006/main">
            <a:r>
              <a:t>    "refresh": "render",</a:t>
            </a:r>
          </a:p>
          <a:p xmlns:a="http://schemas.openxmlformats.org/drawingml/2006/main">
            <a:r>
              <a:t>    "export": "export",</a:t>
            </a:r>
          </a:p>
          <a:p xmlns:a="http://schemas.openxmlformats.org/drawingml/2006/main">
            <a:r>
              <a:t>    "clear": "clear"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"scan",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"export",</a:t>
            </a:r>
          </a:p>
          <a:p xmlns:a="http://schemas.openxmlformats.org/drawingml/2006/main">
            <a:r>
              <a:t>    "clear"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"files",</a:t>
            </a:r>
          </a:p>
          <a:p xmlns:a="http://schemas.openxmlformats.org/drawingml/2006/main">
            <a:r>
              <a:t>    "folder"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"scan.completed",</a:t>
            </a:r>
          </a:p>
          <a:p xmlns:a="http://schemas.openxmlformats.org/drawingml/2006/main">
            <a:r>
              <a:t>    "export.completed"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参照：config/modules/compare.json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"compare",</a:t>
            </a:r>
          </a:p>
          <a:p xmlns:a="http://schemas.openxmlformats.org/drawingml/2006/main">
            <a:r>
              <a:t>  "name": "左右比較",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"compare_color.svg",</a:t>
            </a:r>
          </a:p>
          <a:p xmlns:a="http://schemas.openxmlformats.org/drawingml/2006/main">
            <a:r>
              <a:t>  "description": "左右比較の独立モジュール",</a:t>
            </a:r>
          </a:p>
          <a:p xmlns:a="http://schemas.openxmlformats.org/drawingml/2006/main">
            <a:r>
              <a:t>  "entrypoint": "fileworkbench.modules.compare.module",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"compare": "compare",</a:t>
            </a:r>
          </a:p>
          <a:p xmlns:a="http://schemas.openxmlformats.org/drawingml/2006/main">
            <a:r>
              <a:t>    "swap": "swap",</a:t>
            </a:r>
          </a:p>
          <a:p xmlns:a="http://schemas.openxmlformats.org/drawingml/2006/main">
            <a:r>
              <a:t>    "clear": "clear",</a:t>
            </a:r>
          </a:p>
          <a:p xmlns:a="http://schemas.openxmlformats.org/drawingml/2006/main">
            <a:r>
              <a:t>    "refresh": "render"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"compare",</a:t>
            </a:r>
          </a:p>
          <a:p xmlns:a="http://schemas.openxmlformats.org/drawingml/2006/main">
            <a:r>
              <a:t>    "swap",</a:t>
            </a:r>
          </a:p>
          <a:p xmlns:a="http://schemas.openxmlformats.org/drawingml/2006/main">
            <a:r>
              <a:t>    "clear",</a:t>
            </a:r>
          </a:p>
          <a:p xmlns:a="http://schemas.openxmlformats.org/drawingml/2006/main">
            <a:r>
              <a:t>    "refresh"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"left_folder",</a:t>
            </a:r>
          </a:p>
          <a:p xmlns:a="http://schemas.openxmlformats.org/drawingml/2006/main">
            <a:r>
              <a:t>    "right_folder"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"compare.completed"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参照：config/modules/preview.json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"preview",</a:t>
            </a:r>
          </a:p>
          <a:p xmlns:a="http://schemas.openxmlformats.org/drawingml/2006/main">
            <a:r>
              <a:t>  "name": "プレビュー",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"preview_color.svg",</a:t>
            </a:r>
          </a:p>
          <a:p xmlns:a="http://schemas.openxmlformats.org/drawingml/2006/main">
            <a:r>
              <a:t>  "description": "プレビューの独立モジュール",</a:t>
            </a:r>
          </a:p>
          <a:p xmlns:a="http://schemas.openxmlformats.org/drawingml/2006/main">
            <a:r>
              <a:t>  "entrypoint": "fileworkbench.modules.preview.module",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"preview": "show_file",</a:t>
            </a:r>
          </a:p>
          <a:p xmlns:a="http://schemas.openxmlformats.org/drawingml/2006/main">
            <a:r>
              <a:t>    "next": "next_file",</a:t>
            </a:r>
          </a:p>
          <a:p xmlns:a="http://schemas.openxmlformats.org/drawingml/2006/main">
            <a:r>
              <a:t>    "previous": "previous_file"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"preview",</a:t>
            </a:r>
          </a:p>
          <a:p xmlns:a="http://schemas.openxmlformats.org/drawingml/2006/main">
            <a:r>
              <a:t>    "next",</a:t>
            </a:r>
          </a:p>
          <a:p xmlns:a="http://schemas.openxmlformats.org/drawingml/2006/main">
            <a:r>
              <a:t>    "previous"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"files",</a:t>
            </a:r>
          </a:p>
          <a:p xmlns:a="http://schemas.openxmlformats.org/drawingml/2006/main">
            <a:r>
              <a:t>    "folder"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参照：config/modules/history.json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"history",</a:t>
            </a:r>
          </a:p>
          <a:p xmlns:a="http://schemas.openxmlformats.org/drawingml/2006/main">
            <a:r>
              <a:t>  "name": "履歴・Undo",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"undo_color.svg",</a:t>
            </a:r>
          </a:p>
          <a:p xmlns:a="http://schemas.openxmlformats.org/drawingml/2006/main">
            <a:r>
              <a:t>  "description": "履歴・Undoの独立モジュール",</a:t>
            </a:r>
          </a:p>
          <a:p xmlns:a="http://schemas.openxmlformats.org/drawingml/2006/main">
            <a:r>
              <a:t>  "entrypoint": "fileworkbench.ui.history",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"refresh": "refresh",</a:t>
            </a:r>
          </a:p>
          <a:p xmlns:a="http://schemas.openxmlformats.org/drawingml/2006/main">
            <a:r>
              <a:t>    "undo": "undo",</a:t>
            </a:r>
          </a:p>
          <a:p xmlns:a="http://schemas.openxmlformats.org/drawingml/2006/main">
            <a:r>
              <a:t>    "export": "export",</a:t>
            </a:r>
          </a:p>
          <a:p xmlns:a="http://schemas.openxmlformats.org/drawingml/2006/main">
            <a:r>
              <a:t>    "cancel": "cancel"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"undo",</a:t>
            </a:r>
          </a:p>
          <a:p xmlns:a="http://schemas.openxmlformats.org/drawingml/2006/main">
            <a:r>
              <a:t>    "export",</a:t>
            </a:r>
          </a:p>
          <a:p xmlns:a="http://schemas.openxmlformats.org/drawingml/2006/main">
            <a:r>
              <a:t>    "cancel"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参照：config/modules/recycle.json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"recycle",</a:t>
            </a:r>
          </a:p>
          <a:p xmlns:a="http://schemas.openxmlformats.org/drawingml/2006/main">
            <a:r>
              <a:t>  "name": "ごみ箱・復元",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"undo_color.svg",</a:t>
            </a:r>
          </a:p>
          <a:p xmlns:a="http://schemas.openxmlformats.org/drawingml/2006/main">
            <a:r>
              <a:t>  "description": "ごみ箱・復元の独立モジュール",</a:t>
            </a:r>
          </a:p>
          <a:p xmlns:a="http://schemas.openxmlformats.org/drawingml/2006/main">
            <a:r>
              <a:t>  "entrypoint": "fileworkbench.ui.history",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"refresh": "refresh",</a:t>
            </a:r>
          </a:p>
          <a:p xmlns:a="http://schemas.openxmlformats.org/drawingml/2006/main">
            <a:r>
              <a:t>    "preview": "preview",</a:t>
            </a:r>
          </a:p>
          <a:p xmlns:a="http://schemas.openxmlformats.org/drawingml/2006/main">
            <a:r>
              <a:t>    "restore": "restore",</a:t>
            </a:r>
          </a:p>
          <a:p xmlns:a="http://schemas.openxmlformats.org/drawingml/2006/main">
            <a:r>
              <a:t>    "cancel": "cancel"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"preview",</a:t>
            </a:r>
          </a:p>
          <a:p xmlns:a="http://schemas.openxmlformats.org/drawingml/2006/main">
            <a:r>
              <a:t>    "restore",</a:t>
            </a:r>
          </a:p>
          <a:p xmlns:a="http://schemas.openxmlformats.org/drawingml/2006/main">
            <a:r>
              <a:t>    "cancel"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参照：config/modules/presets.json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"presets",</a:t>
            </a:r>
          </a:p>
          <a:p xmlns:a="http://schemas.openxmlformats.org/drawingml/2006/main">
            <a:r>
              <a:t>  "name": "プリセット",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"save.svg",</a:t>
            </a:r>
          </a:p>
          <a:p xmlns:a="http://schemas.openxmlformats.org/drawingml/2006/main">
            <a:r>
              <a:t>  "description": "プリセットの独立モジュール",</a:t>
            </a:r>
          </a:p>
          <a:p xmlns:a="http://schemas.openxmlformats.org/drawingml/2006/main">
            <a:r>
              <a:t>  "entrypoint": "fileworkbench.ui.presets",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"refresh": "refresh",</a:t>
            </a:r>
          </a:p>
          <a:p xmlns:a="http://schemas.openxmlformats.org/drawingml/2006/main">
            <a:r>
              <a:t>    "save": "save",</a:t>
            </a:r>
          </a:p>
          <a:p xmlns:a="http://schemas.openxmlformats.org/drawingml/2006/main">
            <a:r>
              <a:t>    "apply": "apply",</a:t>
            </a:r>
          </a:p>
          <a:p xmlns:a="http://schemas.openxmlformats.org/drawingml/2006/main">
            <a:r>
              <a:t>    "cancel": "cancel"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"refresh",</a:t>
            </a:r>
          </a:p>
          <a:p xmlns:a="http://schemas.openxmlformats.org/drawingml/2006/main">
            <a:r>
              <a:t>    "save",</a:t>
            </a:r>
          </a:p>
          <a:p xmlns:a="http://schemas.openxmlformats.org/drawingml/2006/main">
            <a:r>
              <a:t>    "apply",</a:t>
            </a:r>
          </a:p>
          <a:p xmlns:a="http://schemas.openxmlformats.org/drawingml/2006/main">
            <a:r>
              <a:t>    "cancel"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"module.error",</a:t>
            </a:r>
          </a:p>
          <a:p xmlns:a="http://schemas.openxmlformats.org/drawingml/2006/main">
            <a:r>
              <a:t>    "presets.changed"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参照：src/fileworkbench/core/services.py</a:t>
            </a:r>
          </a:p>
          <a:p xmlns:a="http://schemas.openxmlformats.org/drawingml/2006/main">
            <a:r>
              <a:t>L10: class Services</a:t>
            </a:r>
          </a:p>
          <a:p xmlns:a="http://schemas.openxmlformats.org/drawingml/2006/main">
            <a:r>
              <a:t>  L12: __init__(self, store=None, recycle=None)</a:t>
            </a:r>
          </a:p>
          <a:p xmlns:a="http://schemas.openxmlformats.org/drawingml/2006/main">
            <a:r>
              <a:t>  L14: register(self, widget)</a:t>
            </a:r>
          </a:p>
          <a:p xmlns:a="http://schemas.openxmlformats.org/drawingml/2006/main">
            <a:r>
              <a:t>  L15: busy(self)</a:t>
            </a:r>
          </a:p>
          <a:p xmlns:a="http://schemas.openxmlformats.org/drawingml/2006/main">
            <a:r>
              <a:t>  L16: notify_changes(self, results)</a:t>
            </a:r>
          </a:p>
          <a:p xmlns:a="http://schemas.openxmlformats.org/drawingml/2006/main">
            <a:r>
              <a:t>  L17: action(self, owner, command, paths, destination=None, collision='skip', confirm=True)</a:t>
            </a:r>
          </a:p>
          <a:p xmlns:a="http://schemas.openxmlformats.org/drawingml/2006/main">
            <a:r>
              <a:t>SHA256: 648b13010639ce4952f98c58b7cbb83eb9aaaa4a0c1ee018fb42c31be7d8baea</a:t>
            </a:r>
          </a:p>
          <a:p xmlns:a="http://schemas.openxmlformats.org/drawingml/2006/main">
            <a:r>
              <a:t>参照：config/modules/preview.json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"preview",</a:t>
            </a:r>
          </a:p>
          <a:p xmlns:a="http://schemas.openxmlformats.org/drawingml/2006/main">
            <a:r>
              <a:t>  "name": "プレビュー",</a:t>
            </a:r>
          </a:p>
          <a:p xmlns:a="http://schemas.openxmlformats.org/drawingml/2006/main">
            <a:r>
              <a:t>  "version": "3.2.2 RC",</a:t>
            </a:r>
          </a:p>
          <a:p xmlns:a="http://schemas.openxmlformats.org/drawingml/2006/main">
            <a:r>
              <a:t>  "icon": "preview_color.svg",</a:t>
            </a:r>
          </a:p>
          <a:p xmlns:a="http://schemas.openxmlformats.org/drawingml/2006/main">
            <a:r>
              <a:t>  "description": "プレビューの独立モジュール",</a:t>
            </a:r>
          </a:p>
          <a:p xmlns:a="http://schemas.openxmlformats.org/drawingml/2006/main">
            <a:r>
              <a:t>  "entrypoint": "fileworkbench.modules.preview.module",</a:t>
            </a:r>
          </a:p>
          <a:p xmlns:a="http://schemas.openxmlformats.org/drawingml/2006/main">
            <a:r>
              <a:t>  "commands": {</a:t>
            </a:r>
          </a:p>
          <a:p xmlns:a="http://schemas.openxmlformats.org/drawingml/2006/main">
            <a:r>
              <a:t>    "open": "@open",</a:t>
            </a:r>
          </a:p>
          <a:p xmlns:a="http://schemas.openxmlformats.org/drawingml/2006/main">
            <a:r>
              <a:t>    "reveal": "@reveal",</a:t>
            </a:r>
          </a:p>
          <a:p xmlns:a="http://schemas.openxmlformats.org/drawingml/2006/main">
            <a:r>
              <a:t>    "copy_path": "@path",</a:t>
            </a:r>
          </a:p>
          <a:p xmlns:a="http://schemas.openxmlformats.org/drawingml/2006/main">
            <a:r>
              <a:t>    "preview_file": "@preview",</a:t>
            </a:r>
          </a:p>
          <a:p xmlns:a="http://schemas.openxmlformats.org/drawingml/2006/main">
            <a:r>
              <a:t>    "copy": "@copy",</a:t>
            </a:r>
          </a:p>
          <a:p xmlns:a="http://schemas.openxmlformats.org/drawingml/2006/main">
            <a:r>
              <a:t>    "move": "@move",</a:t>
            </a:r>
          </a:p>
          <a:p xmlns:a="http://schemas.openxmlformats.org/drawingml/2006/main">
            <a:r>
              <a:t>    "duplicate": "@duplicate",</a:t>
            </a:r>
          </a:p>
          <a:p xmlns:a="http://schemas.openxmlformats.org/drawingml/2006/main">
            <a:r>
              <a:t>    "trash": "@trash",</a:t>
            </a:r>
          </a:p>
          <a:p xmlns:a="http://schemas.openxmlformats.org/drawingml/2006/main">
            <a:r>
              <a:t>    "hash_copy": "@hash",</a:t>
            </a:r>
          </a:p>
          <a:p xmlns:a="http://schemas.openxmlformats.org/drawingml/2006/main">
            <a:r>
              <a:t>    "rename_file": "@rename",</a:t>
            </a:r>
          </a:p>
          <a:p xmlns:a="http://schemas.openxmlformats.org/drawingml/2006/main">
            <a:r>
              <a:t>    "cancel": "cancel",</a:t>
            </a:r>
          </a:p>
          <a:p xmlns:a="http://schemas.openxmlformats.org/drawingml/2006/main">
            <a:r>
              <a:t>    "preview": "show_file",</a:t>
            </a:r>
          </a:p>
          <a:p xmlns:a="http://schemas.openxmlformats.org/drawingml/2006/main">
            <a:r>
              <a:t>    "next": "next_file",</a:t>
            </a:r>
          </a:p>
          <a:p xmlns:a="http://schemas.openxmlformats.org/drawingml/2006/main">
            <a:r>
              <a:t>    "previous": "previous_file"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"capabilities": [</a:t>
            </a:r>
          </a:p>
          <a:p xmlns:a="http://schemas.openxmlformats.org/drawingml/2006/main">
            <a:r>
              <a:t>    "open",</a:t>
            </a:r>
          </a:p>
          <a:p xmlns:a="http://schemas.openxmlformats.org/drawingml/2006/main">
            <a:r>
              <a:t>    "reveal",</a:t>
            </a:r>
          </a:p>
          <a:p xmlns:a="http://schemas.openxmlformats.org/drawingml/2006/main">
            <a:r>
              <a:t>    "copy_path",</a:t>
            </a:r>
          </a:p>
          <a:p xmlns:a="http://schemas.openxmlformats.org/drawingml/2006/main">
            <a:r>
              <a:t>    "preview_file",</a:t>
            </a:r>
          </a:p>
          <a:p xmlns:a="http://schemas.openxmlformats.org/drawingml/2006/main">
            <a:r>
              <a:t>    "copy",</a:t>
            </a:r>
          </a:p>
          <a:p xmlns:a="http://schemas.openxmlformats.org/drawingml/2006/main">
            <a:r>
              <a:t>    "move",</a:t>
            </a:r>
          </a:p>
          <a:p xmlns:a="http://schemas.openxmlformats.org/drawingml/2006/main">
            <a:r>
              <a:t>    "duplicate",</a:t>
            </a:r>
          </a:p>
          <a:p xmlns:a="http://schemas.openxmlformats.org/drawingml/2006/main">
            <a:r>
              <a:t>    "trash",</a:t>
            </a:r>
          </a:p>
          <a:p xmlns:a="http://schemas.openxmlformats.org/drawingml/2006/main">
            <a:r>
              <a:t>    "hash_copy",</a:t>
            </a:r>
          </a:p>
          <a:p xmlns:a="http://schemas.openxmlformats.org/drawingml/2006/main">
            <a:r>
              <a:t>    "rename_file",</a:t>
            </a:r>
          </a:p>
          <a:p xmlns:a="http://schemas.openxmlformats.org/drawingml/2006/main">
            <a:r>
              <a:t>    "cancel",</a:t>
            </a:r>
          </a:p>
          <a:p xmlns:a="http://schemas.openxmlformats.org/drawingml/2006/main">
            <a:r>
              <a:t>    "preview",</a:t>
            </a:r>
          </a:p>
          <a:p xmlns:a="http://schemas.openxmlformats.org/drawingml/2006/main">
            <a:r>
              <a:t>    "next",</a:t>
            </a:r>
          </a:p>
          <a:p xmlns:a="http://schemas.openxmlformats.org/drawingml/2006/main">
            <a:r>
              <a:t>    "previous"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"accepted_inputs": [</a:t>
            </a:r>
          </a:p>
          <a:p xmlns:a="http://schemas.openxmlformats.org/drawingml/2006/main">
            <a:r>
              <a:t>    "files",</a:t>
            </a:r>
          </a:p>
          <a:p xmlns:a="http://schemas.openxmlformats.org/drawingml/2006/main">
            <a:r>
              <a:t>    "folder"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"emitted_events": [</a:t>
            </a:r>
          </a:p>
          <a:p xmlns:a="http://schemas.openxmlformats.org/drawingml/2006/main">
            <a:r>
              <a:t>    "context.received",</a:t>
            </a:r>
          </a:p>
          <a:p xmlns:a="http://schemas.openxmlformats.org/drawingml/2006/main">
            <a:r>
              <a:t>    "command.completed",</a:t>
            </a:r>
          </a:p>
          <a:p xmlns:a="http://schemas.openxmlformats.org/drawingml/2006/main">
            <a:r>
              <a:t>    "selection.changed",</a:t>
            </a:r>
          </a:p>
          <a:p xmlns:a="http://schemas.openxmlformats.org/drawingml/2006/main">
            <a:r>
              <a:t>    "file.changed",</a:t>
            </a:r>
          </a:p>
          <a:p xmlns:a="http://schemas.openxmlformats.org/drawingml/2006/main">
            <a:r>
              <a:t>    "module.error"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対象コミット：bc7e3dc3f6fd2f81cb61fbb4b32ba9da82c908af</a:t>
            </a:r>
          </a:p>
          <a:p xmlns:a="http://schemas.openxmlformats.org/drawingml/2006/main">
            <a:r>
              <a:t>本資料は実装の読解に基づく。画面画像は検証用Qt描画であり、実デスクトップ受入の証拠ではない。</a:t>
            </a:r>
          </a:p>
          <a:p xmlns:a="http://schemas.openxmlformats.org/drawingml/2006/main">
            <a:r>
              <a:t>参照：docs/PREVIEW_UPGRADE_3.2.2.md</a:t>
            </a:r>
          </a:p>
          <a:p xmlns:a="http://schemas.openxmlformats.org/drawingml/2006/main">
            <a:r>
              <a:t>参照：src/fileworkbench/interfaces/contracts.py</a:t>
            </a:r>
          </a:p>
          <a:p xmlns:a="http://schemas.openxmlformats.org/drawingml/2006/main">
            <a:r>
              <a:t>L7: class ModuleDescriptor</a:t>
            </a:r>
          </a:p>
          <a:p xmlns:a="http://schemas.openxmlformats.org/drawingml/2006/main">
            <a:r>
              <a:t>L18: class ModuleContext</a:t>
            </a:r>
          </a:p>
          <a:p xmlns:a="http://schemas.openxmlformats.org/drawingml/2006/main">
            <a:r>
              <a:t>L25: class ModuleEvent</a:t>
            </a:r>
          </a:p>
          <a:p xmlns:a="http://schemas.openxmlformats.org/drawingml/2006/main">
            <a:r>
              <a:t>L30: class ModulePort</a:t>
            </a:r>
          </a:p>
          <a:p xmlns:a="http://schemas.openxmlformats.org/drawingml/2006/main">
            <a:r>
              <a:t>  L32: create_widget(self, parent: QWidget | None=None)</a:t>
            </a:r>
          </a:p>
          <a:p xmlns:a="http://schemas.openxmlformats.org/drawingml/2006/main">
            <a:r>
              <a:t>  L33: receive_context(self, context: ModuleContext)</a:t>
            </a:r>
          </a:p>
          <a:p xmlns:a="http://schemas.openxmlformats.org/drawingml/2006/main">
            <a:r>
              <a:t>  L34: current_context(self)</a:t>
            </a:r>
          </a:p>
          <a:p xmlns:a="http://schemas.openxmlformats.org/drawingml/2006/main">
            <a:r>
              <a:t>  L35: execute(self, command: str, payload: dict[str, Any] | None=None)</a:t>
            </a:r>
          </a:p>
          <a:p xmlns:a="http://schemas.openxmlformats.org/drawingml/2006/main">
            <a:r>
              <a:t>  L36: subscribe(self, callback: Callable[[ModuleEvent], None])</a:t>
            </a:r>
          </a:p>
          <a:p xmlns:a="http://schemas.openxmlformats.org/drawingml/2006/main">
            <a:r>
              <a:t>  L37: shutdown(self)</a:t>
            </a:r>
          </a:p>
          <a:p xmlns:a="http://schemas.openxmlformats.org/drawingml/2006/main">
            <a:r>
              <a:t>SHA256: 6e8ee4cab47cd56597531fe456b20d5e5f0fa70d23735ccb4d9423982040d532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21e5d1bd040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88c38966a45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4165ba4af49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bf0b10eb24a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e7453cb9c43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abf1051914c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E98F2B-C77A-48BD-AAA6-687597B30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2CA088-8935-41B7-BB23-B31B980E09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3F1AC1-0FF2-4166-86ED-DC7DC2831E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09A0F3-E2CD-4DB8-9DB1-DAE569690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53BC04-D85A-4BAE-9993-3ADDA0B0F9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2FE7CF-2B77-46ED-A7A8-3503716225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70C87B-155D-4ED4-908E-57B7AF5054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6F7E93-E5CB-4353-995C-599FC88150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B4D031-ACA4-4AFE-8B16-FC6F14C7C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A35775-D58F-47DE-9978-A279A141F4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914029b80647d2" /><Relationship Type="http://schemas.openxmlformats.org/officeDocument/2006/relationships/slideLayout" Target="/ppt/slideLayouts/slideLayout1.xml" Id="R1b54893b510e4cdc" /><Relationship Type="http://schemas.openxmlformats.org/officeDocument/2006/relationships/slideLayout" Target="/ppt/slideLayouts/slideLayout2.xml" Id="R6cdf0545e3884dca" /><Relationship Type="http://schemas.openxmlformats.org/officeDocument/2006/relationships/slideLayout" Target="/ppt/slideLayouts/slideLayout3.xml" Id="R91cf35654a634e9b" /><Relationship Type="http://schemas.openxmlformats.org/officeDocument/2006/relationships/slideLayout" Target="/ppt/slideLayouts/slideLayout4.xml" Id="R7442ffaa645a411c" /><Relationship Type="http://schemas.openxmlformats.org/officeDocument/2006/relationships/slideLayout" Target="/ppt/slideLayouts/slideLayout5.xml" Id="R9c98c42c29a14d17" /><Relationship Type="http://schemas.openxmlformats.org/officeDocument/2006/relationships/slideLayout" Target="/ppt/slideLayouts/slideLayout6.xml" Id="Rb7b3bb398dcf40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54893b510e4cdc"/>
    <p:sldLayoutId xmlns:r="http://schemas.openxmlformats.org/officeDocument/2006/relationships" id="2147483650" r:id="R6cdf0545e3884dca"/>
    <p:sldLayoutId xmlns:r="http://schemas.openxmlformats.org/officeDocument/2006/relationships" id="2147483651" r:id="R91cf35654a634e9b"/>
    <p:sldLayoutId xmlns:r="http://schemas.openxmlformats.org/officeDocument/2006/relationships" id="2147483652" r:id="R7442ffaa645a411c"/>
    <p:sldLayoutId xmlns:r="http://schemas.openxmlformats.org/officeDocument/2006/relationships" id="2147483653" r:id="R9c98c42c29a14d17"/>
    <p:sldLayoutId xmlns:r="http://schemas.openxmlformats.org/officeDocument/2006/relationships" id="2147483654" r:id="Rb7b3bb398dcf40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33264f8134882" /><Relationship Type="http://schemas.openxmlformats.org/officeDocument/2006/relationships/notesSlide" Target="/ppt/notesSlides/notesSlide1.xml" Id="Rb20796e384db4f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225238fbb46d4" /><Relationship Type="http://schemas.openxmlformats.org/officeDocument/2006/relationships/notesSlide" Target="/ppt/notesSlides/notesSlide2.xml" Id="R1ff460cda0cb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52fd0b0e04414" /><Relationship Type="http://schemas.openxmlformats.org/officeDocument/2006/relationships/notesSlide" Target="/ppt/notesSlides/notesSlide3.xml" Id="Re437fc52d02a4f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018dbceb44c1b" /><Relationship Type="http://schemas.openxmlformats.org/officeDocument/2006/relationships/notesSlide" Target="/ppt/notesSlides/notesSlide4.xml" Id="Ra9ff5dae3c1240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7bb4be5384316" /><Relationship Type="http://schemas.openxmlformats.org/officeDocument/2006/relationships/notesSlide" Target="/ppt/notesSlides/notesSlide5.xml" Id="Rb688cd64e7be44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8dc36786f4182" /><Relationship Type="http://schemas.openxmlformats.org/officeDocument/2006/relationships/notesSlide" Target="/ppt/notesSlides/notesSlide6.xml" Id="Raf973d5773b744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fa8351ec64036" /><Relationship Type="http://schemas.openxmlformats.org/officeDocument/2006/relationships/notesSlide" Target="/ppt/notesSlides/notesSlide7.xml" Id="R60499864a19943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1075e9adf48e4" /><Relationship Type="http://schemas.openxmlformats.org/officeDocument/2006/relationships/notesSlide" Target="/ppt/notesSlides/notesSlide8.xml" Id="R0886fb06d4ea4c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4e2d8817342c9" /><Relationship Type="http://schemas.openxmlformats.org/officeDocument/2006/relationships/notesSlide" Target="/ppt/notesSlides/notesSlide9.xml" Id="Rd2ed62bad33a4d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cf6e574424584" /><Relationship Type="http://schemas.openxmlformats.org/officeDocument/2006/relationships/notesSlide" Target="/ppt/notesSlides/notesSlide10.xml" Id="Ra0838895ef464a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aff101a994c0f" /><Relationship Type="http://schemas.openxmlformats.org/officeDocument/2006/relationships/notesSlide" Target="/ppt/notesSlides/notesSlide11.xml" Id="R7bb1fe9d2fb748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4ab448dea446f" /><Relationship Type="http://schemas.openxmlformats.org/officeDocument/2006/relationships/notesSlide" Target="/ppt/notesSlides/notesSlide12.xml" Id="Ree80dc75cc5640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74bed41774d7e" /><Relationship Type="http://schemas.openxmlformats.org/officeDocument/2006/relationships/notesSlide" Target="/ppt/notesSlides/notesSlide13.xml" Id="R1b6b3a345e974f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6c79ceee34dc5" /><Relationship Type="http://schemas.openxmlformats.org/officeDocument/2006/relationships/notesSlide" Target="/ppt/notesSlides/notesSlide14.xml" Id="R8ce20374339d43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d274cf0dc4223" /><Relationship Type="http://schemas.openxmlformats.org/officeDocument/2006/relationships/notesSlide" Target="/ppt/notesSlides/notesSlide15.xml" Id="Ree7bace54b4240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4ffaadef54d0e" /><Relationship Type="http://schemas.openxmlformats.org/officeDocument/2006/relationships/notesSlide" Target="/ppt/notesSlides/notesSlide16.xml" Id="R432355c01d0142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29984a30d405d" /><Relationship Type="http://schemas.openxmlformats.org/officeDocument/2006/relationships/notesSlide" Target="/ppt/notesSlides/notesSlide17.xml" Id="R4224646a277046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b1a77ed034098" /><Relationship Type="http://schemas.openxmlformats.org/officeDocument/2006/relationships/notesSlide" Target="/ppt/notesSlides/notesSlide18.xml" Id="R68878362d66445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e1872d44447d1" /><Relationship Type="http://schemas.openxmlformats.org/officeDocument/2006/relationships/notesSlide" Target="/ppt/notesSlides/notesSlide19.xml" Id="Re759a132bcc24a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aee0361294636" /><Relationship Type="http://schemas.openxmlformats.org/officeDocument/2006/relationships/image" Target="/ppt/media/image.png" Id="R969400997a324383" /><Relationship Type="http://schemas.openxmlformats.org/officeDocument/2006/relationships/notesSlide" Target="/ppt/notesSlides/notesSlide20.xml" Id="R42738da7732b49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0f26a89ce437d" /><Relationship Type="http://schemas.openxmlformats.org/officeDocument/2006/relationships/notesSlide" Target="/ppt/notesSlides/notesSlide21.xml" Id="Ra1d369b7a1cf481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3f4c818da40c2" /><Relationship Type="http://schemas.openxmlformats.org/officeDocument/2006/relationships/notesSlide" Target="/ppt/notesSlides/notesSlide22.xml" Id="R5334df82ac8246f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5d66e1dca4e92" /><Relationship Type="http://schemas.openxmlformats.org/officeDocument/2006/relationships/notesSlide" Target="/ppt/notesSlides/notesSlide23.xml" Id="R569d33ce7bb749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d872022a24906" /><Relationship Type="http://schemas.openxmlformats.org/officeDocument/2006/relationships/notesSlide" Target="/ppt/notesSlides/notesSlide24.xml" Id="R5e7a061a54144aa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8b93a49c940f4" /><Relationship Type="http://schemas.openxmlformats.org/officeDocument/2006/relationships/image" Target="/ppt/media/image2.png" Id="Rf2662582091744f5" /><Relationship Type="http://schemas.openxmlformats.org/officeDocument/2006/relationships/notesSlide" Target="/ppt/notesSlides/notesSlide25.xml" Id="R4338f9d5e41b468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a0ab0d0da40c8" /><Relationship Type="http://schemas.openxmlformats.org/officeDocument/2006/relationships/notesSlide" Target="/ppt/notesSlides/notesSlide26.xml" Id="Rda3175d98a544ec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57d65fee74c57" /><Relationship Type="http://schemas.openxmlformats.org/officeDocument/2006/relationships/notesSlide" Target="/ppt/notesSlides/notesSlide27.xml" Id="R4ec3fd0a39ea4f9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f29606dde4219" /><Relationship Type="http://schemas.openxmlformats.org/officeDocument/2006/relationships/notesSlide" Target="/ppt/notesSlides/notesSlide28.xml" Id="R3f0622ce7e844e9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5570c36744022" /><Relationship Type="http://schemas.openxmlformats.org/officeDocument/2006/relationships/notesSlide" Target="/ppt/notesSlides/notesSlide29.xml" Id="Re2da1e7bb957415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615c0f63f4316" /><Relationship Type="http://schemas.openxmlformats.org/officeDocument/2006/relationships/notesSlide" Target="/ppt/notesSlides/notesSlide30.xml" Id="Racc20a6e571d4ec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50adbf0554834" /><Relationship Type="http://schemas.openxmlformats.org/officeDocument/2006/relationships/notesSlide" Target="/ppt/notesSlides/notesSlide31.xml" Id="R5fc170f43981402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8d18fd7ee47fd" /><Relationship Type="http://schemas.openxmlformats.org/officeDocument/2006/relationships/notesSlide" Target="/ppt/notesSlides/notesSlide32.xml" Id="R72576a7143d2461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5792d920814ff2" /><Relationship Type="http://schemas.openxmlformats.org/officeDocument/2006/relationships/notesSlide" Target="/ppt/notesSlides/notesSlide33.xml" Id="R09f91b5d899245a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67d38fb534c51" /><Relationship Type="http://schemas.openxmlformats.org/officeDocument/2006/relationships/notesSlide" Target="/ppt/notesSlides/notesSlide34.xml" Id="R37ac35aa3a1940d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a6b100ed44126" /><Relationship Type="http://schemas.openxmlformats.org/officeDocument/2006/relationships/notesSlide" Target="/ppt/notesSlides/notesSlide35.xml" Id="R4da0b474de24421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fabb4cb5e47ca" /><Relationship Type="http://schemas.openxmlformats.org/officeDocument/2006/relationships/notesSlide" Target="/ppt/notesSlides/notesSlide36.xml" Id="R7bb03989e54c420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b3b885dbe6402c" /><Relationship Type="http://schemas.openxmlformats.org/officeDocument/2006/relationships/notesSlide" Target="/ppt/notesSlides/notesSlide37.xml" Id="Rd3a452c3ba56402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43b4f13fe4420" /><Relationship Type="http://schemas.openxmlformats.org/officeDocument/2006/relationships/notesSlide" Target="/ppt/notesSlides/notesSlide38.xml" Id="Rb56f16377058423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9bb74e2e74fa0" /><Relationship Type="http://schemas.openxmlformats.org/officeDocument/2006/relationships/notesSlide" Target="/ppt/notesSlides/notesSlide39.xml" Id="R1c69f79400e1446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81e284e4f41c9" /><Relationship Type="http://schemas.openxmlformats.org/officeDocument/2006/relationships/notesSlide" Target="/ppt/notesSlides/notesSlide40.xml" Id="R0a0dda55515e499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a88fc19f24356" /><Relationship Type="http://schemas.openxmlformats.org/officeDocument/2006/relationships/notesSlide" Target="/ppt/notesSlides/notesSlide41.xml" Id="R7bec8c1abb68491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1ce0feab44b1b" /><Relationship Type="http://schemas.openxmlformats.org/officeDocument/2006/relationships/notesSlide" Target="/ppt/notesSlides/notesSlide42.xml" Id="R9bf7ea367edc400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0173a4d954a07" /><Relationship Type="http://schemas.openxmlformats.org/officeDocument/2006/relationships/notesSlide" Target="/ppt/notesSlides/notesSlide43.xml" Id="R4ebf4f17cc4c429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2078f8dea41a8" /><Relationship Type="http://schemas.openxmlformats.org/officeDocument/2006/relationships/notesSlide" Target="/ppt/notesSlides/notesSlide44.xml" Id="R3f273f88df3546a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b63f2e8fe4f65" /><Relationship Type="http://schemas.openxmlformats.org/officeDocument/2006/relationships/notesSlide" Target="/ppt/notesSlides/notesSlide45.xml" Id="R2240b7283db0475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a8ae3661b443d" /><Relationship Type="http://schemas.openxmlformats.org/officeDocument/2006/relationships/notesSlide" Target="/ppt/notesSlides/notesSlide46.xml" Id="Rbcfadfa194b545d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e05fff2324445" /><Relationship Type="http://schemas.openxmlformats.org/officeDocument/2006/relationships/notesSlide" Target="/ppt/notesSlides/notesSlide47.xml" Id="Rebc7ac346eee450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b037379f4e4b96" /><Relationship Type="http://schemas.openxmlformats.org/officeDocument/2006/relationships/notesSlide" Target="/ppt/notesSlides/notesSlide48.xml" Id="Rdb7ae4ab75014bd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8fd2b155c403f" /><Relationship Type="http://schemas.openxmlformats.org/officeDocument/2006/relationships/notesSlide" Target="/ppt/notesSlides/notesSlide49.xml" Id="Rbbfb807ac2ca411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0a97792a04689" /><Relationship Type="http://schemas.openxmlformats.org/officeDocument/2006/relationships/notesSlide" Target="/ppt/notesSlides/notesSlide50.xml" Id="Rb76de52a0346415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9f2e12d0b4091" /><Relationship Type="http://schemas.openxmlformats.org/officeDocument/2006/relationships/notesSlide" Target="/ppt/notesSlides/notesSlide51.xml" Id="Rae0d4366b2074a0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7336d43174b4c" /><Relationship Type="http://schemas.openxmlformats.org/officeDocument/2006/relationships/notesSlide" Target="/ppt/notesSlides/notesSlide52.xml" Id="R1c76d5f2f20e4f2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f2d3162c644d2" /><Relationship Type="http://schemas.openxmlformats.org/officeDocument/2006/relationships/notesSlide" Target="/ppt/notesSlides/notesSlide53.xml" Id="Raf2d3be5196c489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b8d1fd54e4d5e" /><Relationship Type="http://schemas.openxmlformats.org/officeDocument/2006/relationships/notesSlide" Target="/ppt/notesSlides/notesSlide54.xml" Id="Rb2db9806db504ee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4e65a646c742aa" /><Relationship Type="http://schemas.openxmlformats.org/officeDocument/2006/relationships/notesSlide" Target="/ppt/notesSlides/notesSlide55.xml" Id="Raa3d3f393435433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c37ba8f5d4d11" /><Relationship Type="http://schemas.openxmlformats.org/officeDocument/2006/relationships/notesSlide" Target="/ppt/notesSlides/notesSlide56.xml" Id="R3939c98907a24cb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3e6213e204e4e" /><Relationship Type="http://schemas.openxmlformats.org/officeDocument/2006/relationships/notesSlide" Target="/ppt/notesSlides/notesSlide57.xml" Id="R496f4ff638c5455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22744c29704cd7" /><Relationship Type="http://schemas.openxmlformats.org/officeDocument/2006/relationships/notesSlide" Target="/ppt/notesSlides/notesSlide58.xml" Id="R72ad4540ad12440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dda12eb9a4c13" /><Relationship Type="http://schemas.openxmlformats.org/officeDocument/2006/relationships/notesSlide" Target="/ppt/notesSlides/notesSlide59.xml" Id="R8e4b3ecc2335479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894aa4b1d45ec" /><Relationship Type="http://schemas.openxmlformats.org/officeDocument/2006/relationships/notesSlide" Target="/ppt/notesSlides/notesSlide60.xml" Id="R54f633f1bcdc4115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88949ce67454d" /><Relationship Type="http://schemas.openxmlformats.org/officeDocument/2006/relationships/notesSlide" Target="/ppt/notesSlides/notesSlide61.xml" Id="Rf42b63730fb546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EE879-3A2E-47DF-81ED-A026FAFA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F3A55-8B99-4641-A293-C04C49C9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25828-202A-4B50-A4B5-DCB16010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435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FileWorkbench</a:t>
            </a:r>
          </a:p>
          <a:p xmlns:a="http://schemas.openxmlformats.org/drawingml/2006/main">
            <a:pPr>
              <a:defRPr sz="435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435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開発者向け詳細仕様書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10306-A24B-4624-B12F-99D4106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6EAE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6EAE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0">
                <a:solidFill>
                  <a:srgbClr val="166EAE"/>
                </a:solidFill>
                <a:latin typeface="Yu Gothic UI"/>
                <a:ea typeface="Yu Gothic UI"/>
                <a:cs typeface="Yu Gothic UI"/>
              </a:rPr>
              <a:t>3.2.2 RC / モジュール構成／共通I/F／ファイル別仕様／開発・保守モード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56BDC-6933-42C6-BD33-B9D0B4F7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基準コミット：bc7e3dc3f6fd2f81cb61fbb4b32ba9da82c908af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A245C-4C36-4C1D-A8B0-B7BA3E4D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人間の開発者と、AIへ改修を依頼する担当者のための資料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BC7AA-C92E-45DC-8C76-F805E998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9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現行実装の説明と、今後の推奨設計を区別して記載</a:t>
            </a:r>
          </a:p>
        </p:txBody>
      </p:sp>
    </p:spTree>
    <p:extLst>
      <p:ext uri="{BB962C8B-B14F-4D97-AF65-F5344CB8AC3E}">
        <p14:creationId xmlns:p14="http://schemas.microsoft.com/office/powerpoint/2010/main" val="404846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AD020-A646-469A-9E90-301DA174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A453B-E1D7-4D74-BCF5-85FE6C6E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4176F-7130-450D-B1C8-F5E07BC9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資料の対象と読み方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5BA63-BDB6-49B5-BEB3-D10D27BF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操作説明書ではなく、変更・再利用・試験のための実装仕様。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BB3B4-1222-45D0-9179-B3019B0CFAA2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区分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構造とI/F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責務、入力、コマンド、通知、共通サービス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開発・保守モード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起動、画面操作、JSON入力、契約試験、診断ログ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ファイル別リファレンス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実装・設定・起動スクリプト・試験の役割と依存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AIへの依頼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渡す資料、変更範囲、試験、納品条件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174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60583-339B-4406-8156-119EEE06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3B834-EB03-44A3-9C83-DBE22154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46CAE-6127-4BE3-8B1F-A8EB2046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全体構造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4999C-87EC-43FC-86B8-3255E3E2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画面を機能別に分け、操作・保存・連携を共通化する。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DA460-4A0D-4BEA-A60F-7703336083D9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層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主なファイルと責務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受け入れアプリ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app.py / ui/standalone.py / developer/workbench.py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契約と生成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interfaces/* / module_registry.py / config/modules/*.json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機能画面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modules/{tree,rename,preview,compare,hash}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ui/history.py / ui/presets.py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共通の実行基盤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ui/common.py / core/services.py / core/operations.py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保存・OS処理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core/storage.py / files.py / recycle*.py / windows_shell.py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169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DEB0D-6791-4231-9BDB-CEA222C6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665D0-8C93-4C7A-AEE0-58000A80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25D98-359E-425D-B2F5-D2CD68A0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独立性の範囲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7979A-5C14-46B7-BDA1-2961C489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現行は、共通基盤に依存するGUIモジュール構成。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4B967-27B5-4E1A-A51B-91C16F86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機能単位で生成・単独表示・コマンド実行・試験ができる。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9554B-5C0C-4467-9583-AB3D124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PySide6、ModuleWidget、Services、Store、宣言JSONなどは必要。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71E65-5330-4ECA-A763-8D4CC3D2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別プロセス間RPCや、言語・GUI基盤に依存しないプラグイン規格ではない。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0224D-F847-49A6-9165-F77A0C8B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受け手側のアダプターで契約を満たす。必要な共通部品も同梱または実装する。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B6A2A-1735-4012-BA34-EFA737CB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現行registryは各機能を静的importする。１機能だけ抜き出す場合はimport依存も整理する。</a:t>
            </a:r>
          </a:p>
        </p:txBody>
      </p:sp>
    </p:spTree>
    <p:extLst>
      <p:ext uri="{BB962C8B-B14F-4D97-AF65-F5344CB8AC3E}">
        <p14:creationId xmlns:p14="http://schemas.microsoft.com/office/powerpoint/2010/main" val="14606966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85692-101B-445B-A2E3-2CB3BC2D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249BE-D064-4D65-BD54-2558379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23D33-AFE6-4CDD-B038-93387DAA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共通I/Fの契約型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E1687-BC74-42D9-BDD8-0A673FF1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interfaces/contracts.pyが、受け手と機能の共通語彙。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0D511-2B77-4950-B487-A8260663C2AD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型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主な内容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ModuleDescriptor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module_id / display_name / version / icon / description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capabilities / accepted_inputs / emitted_events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ModuleContext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selected_paths: list[str] / working_directory: str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options: dict / source_module: str（既定 shell）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ModuleEvent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name: str / source: str / payload: dict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create_widget / receive_context / current_context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execute / subscribe / shutdown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714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44DCD-46C0-45DA-9233-B80C5DC5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AFE88-1FBC-43C3-868B-7321F99E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589CC-9282-417B-9921-0849648F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入力コンテキストの扱い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0DF64-62F0-4217-BEAD-4DAB340C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存在確認と型確認の後に、機能のreceive_pathsへ渡す。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85753-AF26-4A98-96EB-2D09F86B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selected_pathsが空なら、working_directoryを１件の入力として使用する。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C8194-F33E-4F83-BA22-6B278EC5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選択パスの存在を確認する。処理中の対象変更は拒否する。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D0A9B-E068-4C52-9268-1EB07551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optionsの意味は機能別。accepted_inputsは宣言であり、完全な入力スキーマ検証器ではない。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545E0-DF38-4C52-AED2-B0655F41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current_context()のselected_pathsはwidget.input_pathsを反映する。現在選択中の表の行とは異なる。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396EA-4F4B-4739-BEAE-BE41ABF9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コンテキストを渡すだけで、すべての設定がapply_optionsされるわけではない。機能実装を確認する。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8492158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6870E-053E-4825-8C48-FBDC9E0E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9E6BF-386B-4E8F-B16D-29C0F885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8F58D-1043-4568-9EC6-65B78047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コマンドの解決と実行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63856-1285-4656-BF22-D8FB2E8A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JSONのコマンド名を、メソッドまたは共通操作へ対応させる。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7D1FB-D778-4597-95E4-BCA85EC1EE30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例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実行先・意味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hash.scan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HashModule.scan()を呼ぶ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rename.refresh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RenameModule.preview()で変更計画を更新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rename.preview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RenameModule.dry_run()。名前が同じでも他機能とは意味が異なる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copy_path / copy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@path / @copyとしてServices.actionへ渡す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payload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通常メソッドへは **payload。@操作はpaths省略時に選択パスを使用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343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3D60D-8995-4FBE-BEC3-43664770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3B4ED-A8EF-45E1-ACE4-276D27EE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D7343-8AEC-4598-868D-407EB845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受付通知と処理完了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7866D-68B3-437E-917E-94D33D69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command.completedだけで非同期処理の完了を判定しない。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63756-7B2F-46D6-8AE5-AB7A995F0EC1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通知・状態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解釈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context.received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入力コンテキストを受け付けた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command.completed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メソッド呼出しが返った。ジョブ開始直後にも発行される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scan.completed / compare.completed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各機能の処理結果が確定した通知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file.changed / filesChanged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機能イベントと、共通ServicesのQt信号。別経路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module.error / busy()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非同期エラー、実行中判定。同期例外は呼出し元で捕捉する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001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F88B7-4407-4295-BEB8-56DDB9DA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2947F-9F9A-4555-B8B1-72D3F226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F7A53-FF6A-4E92-A8DF-D26E03E2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生成から終了まで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59006-5F34-4442-972B-D86FAC66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受け手側がライフサイクルを管理する。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8E438-7075-438F-B69A-229F73DF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1. QApplicationとServicesを用意し、Interfaceまたはcreate_ports()を生成する。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0A7CE-738F-4107-A885-0E37476B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2. subscribe()でイベントを受け、create_widget()を画面へ組み込む。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E42BE-61DD-4C11-8EDA-CFB1FCF6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3. receive_context()で入力を渡し、execute()で処理を開始する。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9D7AC-048E-48D5-B0A3-9B1B827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4. busy()、完了イベント、エラーを監視する。処理中は対象変更を行わない。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46BC1-1C05-44B1-B9CE-82DD89E6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5. 終了時はshutdown()を呼ぶ。処理中ならキャンセル後に終了を待つ。</a:t>
            </a:r>
          </a:p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Falseが返った場合は、終了を保留する。</a:t>
            </a:r>
          </a:p>
        </p:txBody>
      </p:sp>
    </p:spTree>
    <p:extLst>
      <p:ext uri="{BB962C8B-B14F-4D97-AF65-F5344CB8AC3E}">
        <p14:creationId xmlns:p14="http://schemas.microsoft.com/office/powerpoint/2010/main" val="1110471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066A7-3D57-4026-BDEE-27CC765A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38683-E490-420A-B083-8D37AA44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3679F-1233-49EC-9370-746B10A2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ジョブとキャンセル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C6EF6-34A0-49E9-B31D-56F3413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長い処理はJob(QThread)で実行する。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C0359-9ABB-4989-8342-CDF96B89D16B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動作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run_job(fn, done)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二重実行を拒否し、指定された画面操作を無効化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fn(cancel, progress)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isInterruptionRequestedをポーリングし、進捗dictを返す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progress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done / total / path。total=0は総数未確定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result / failed / finished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結果を保持し、終了後にGUI側のdoneを呼ぶ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キャンセル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強制終了ではない。チェック箇所で停止し、未処理や失敗を記録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3183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7636E-61D0-4960-A614-FC4E0460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427EB-03C1-4D63-BB7D-F88C5430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D1BED-11ED-48E2-9478-F24CB499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変更後パスの連携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27953-EE10-4590-A9CF-75A13C5B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実ファイルの変更結果を、全機能の表示対象へ反映する。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5B6C-320D-4B81-86A5-C36202F0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Operationsの結果をModuleWidget.changed()が受け、Services.notify_changes()へ通知する。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ADD83-8AF2-40B0-8ED2-89313EB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updated_path()は成功したrename / move / undo / trashを順番に適用する。フォルダー配下も対象。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9006F-A905-421B-A6B1-4B83D803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HASHは値を保持してパスを更新。比較は古い結果を消去。プレビューは現在対象を更新する。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398C4-81EA-4153-BAD4-75135B2B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処理中の通常モジュールは変更通知を保留し、終了後に適用する。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6A9B6-4785-4D81-BDE6-ECD4FACE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左右プレビューはleft/rightの組を更新する専用処理を持つ。移植先もfilesChangedを接続する。</a:t>
            </a:r>
          </a:p>
        </p:txBody>
      </p:sp>
    </p:spTree>
    <p:extLst>
      <p:ext uri="{BB962C8B-B14F-4D97-AF65-F5344CB8AC3E}">
        <p14:creationId xmlns:p14="http://schemas.microsoft.com/office/powerpoint/2010/main" val="346713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FA8B6-B24C-4678-A4D9-5CCD7DE5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44155-7610-4AAA-AB31-23B815FD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C6EF8-E119-4FB3-BEC5-0249E1C2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保存・操作履歴・Undo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C908D-308A-4406-AF5D-7972A33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StoreとOperationsを共通化し、機能ごとの独自削除を避ける。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9D6AD-405E-41F9-B51C-84E9F328D67F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仕組み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現行仕様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state.json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history / presets / settings。RLockと一時ファイル＋os.replaceで保存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ui.ini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表の列幅、ソート列・順序。Store.directory配下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操作記録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id / time / operation / source / target / status / error / undone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Undo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成功した未Undoのrename / move。指紋を照合し、履歴の新しい順に戻す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対象外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コピーの自動削除はしない。ごみ箱からの復元は専用画面を使う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9510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980C3-F723-4B5B-982F-4D9E61A3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7C447-69DB-45A0-AA4A-2628993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99334-01D5-4263-B26D-04C640A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Windowsごみ箱の境界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29434-B47B-4C83-A329-E60DE017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読込と変更を分離し、Windows専用部品に集約する。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A119F-108D-4F1B-B835-32731EF54CB8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recycle_index.py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現在ユーザーの$I情報を読取専用で解析。警告、進捗、キャッシュ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recycle_operation.py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IFileOperationで移動。永久削除への切替を拒否するコールバック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recycle.py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実体照合、移動後情報、復元先と内容の検証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windows_shell.py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Shell名前空間の項目取得、COM経由の復元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未確認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実ごみ箱への移動・復元2試験は権限制約で未完了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9841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50FDD-7483-4EB0-87F9-689CDE97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70AF4-FE21-47B2-AC2F-8F2E6B81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2FF15-96D6-4C27-96EC-619B2D9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８機能の担当範囲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AE37B-861E-4053-B6CD-455FA856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historyとrecycleは同じPythonファイル内の別クラス。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49220-8681-4520-9D7B-672177983C9E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主な責務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tree / rename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構成表示・出力 ／ 変更計画・実行・再試行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 / compare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画像・文書・メディア確認 ／ 左右の相対パス比較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SHA256、重複表示、CSV出力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history / recycle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履歴・Undo ／ ごみ箱列挙・復元計画・実行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presets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機能条件、メモ、お気に入り、起動時維持、CSV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398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33F79-9372-4D49-A263-BDE57F48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76469-D270-4B3C-AEBC-8559A54D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934C9-E5D5-49D1-A198-CBF12228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プレビューの内部構成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4DA83-CA45-44A7-BFFA-D59C42A3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3.2.2 RCでは、比較行の左右を組として表示する。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459F4-1EF4-4079-B0C3-21C44AF50160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部品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_PreviewPane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従来のテキスト・PDF・画像・音声・動画の表示基盤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PreviewModule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左右表示、選択側、情報パネル、順・逆順、共有対象との調整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ImageView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原寸・縮小・倍率・パン・背景・表示だけの回転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previewRequested(pairs, side)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Services独自のQt信号。受け手側で明示的に接続する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pairs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left / right / relative。空の側は対象なし。通常のパス一覧に潰さない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8354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7FCF7-C92E-4B8C-84CA-45EFD19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F5FBB-7C5B-4FE9-849A-C71AA15E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E85B3-6615-4CF6-8BDD-85563A17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別アプリへ組み込む最小例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B01BA-CC38-4790-B4D7-4D160856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同じプロセスのPySide6アプリへ組み込む例。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613DF-2259-486D-9B68-44A1ED95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858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from fileworkbench.core.services import Services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from fileworkbench.modules.hash.interface import HashInterface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from fileworkbench.interfaces import ModuleContext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services = Services()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port = HashInterface(services)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port.subscribe(lambda event: print(event.name, event.payload))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host_layout.addWidget(port.create_widget())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port.receive_context(ModuleContext(selected_paths=[r'C:\FWTest']))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port.execute('scan', {})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7302E-0F57-4723-B713-75A37013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QApplication、host_layout、実在するテストフォルダーは受け手が用意する。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8850F-D156-4A32-ACC5-2C5657E9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sendRequested、previewRequested、終了処理も必要に応じて接続する。</a:t>
            </a:r>
          </a:p>
        </p:txBody>
      </p:sp>
    </p:spTree>
    <p:extLst>
      <p:ext uri="{BB962C8B-B14F-4D97-AF65-F5344CB8AC3E}">
        <p14:creationId xmlns:p14="http://schemas.microsoft.com/office/powerpoint/2010/main" val="18421800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B5D79-ED39-4EEE-8DBE-872D1A77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05206-13B8-4F3A-990A-7BF2E762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E50A6-DAEC-4C83-8B74-33ADDB3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移植先が用意するもの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7EDB5-D9C0-42F4-9E90-52C97516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I/Fの形だけではなく、実行環境と依存部品も合わせる。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65010-F73F-41F6-9E9F-6B1CB6B6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PySide6のGUIスレッドとイベントループ、必要なQt Multimedia／PDF機能。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33182-A561-4412-AC3A-FCFA53C2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Services互換の操作・通知、Store互換の設定・履歴、resource_pathで参照するconfigとassets。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144AF-A135-4A36-8853-BC543C57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同一プロセスでServicesを共有するか、別Storeへ分離するかを設計する。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E1E90-306E-4208-A0F6-33415521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Qt以外へ移す場合は、UIをそのまま使えない。処理ロジックと表示の分離が追加作業になる。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440B5-8CC7-4AB3-9C5D-BEC0ECA3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推奨：契約の互換性テストを受け手側に置く。現行I/Fには自動バージョン交渉はない。</a:t>
            </a:r>
          </a:p>
        </p:txBody>
      </p:sp>
    </p:spTree>
    <p:extLst>
      <p:ext uri="{BB962C8B-B14F-4D97-AF65-F5344CB8AC3E}">
        <p14:creationId xmlns:p14="http://schemas.microsoft.com/office/powerpoint/2010/main" val="6362468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C2CD5-B97A-4A73-94EB-29672DE4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5CF9D-13E3-4444-A451-094F3663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1A500-1915-40F6-BBC2-B390C9FE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新しいモジュールの追加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3D47C-D9EB-4A0A-89E3-33DEEF5D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宣言と実装を同時に追加し、既存I/Fを保つ。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84AFD-C1E5-418D-8550-8292C007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ModuleWidgetを継承し、receive_paths、selected_paths、コマンド処理を実装する。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37726-0745-4BE5-8CDC-113CEC61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config/modules/&lt;id&gt;.jsonへコマンド・能力・イベント・入力説明を宣言する。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DD7AC-F4D6-4C2C-92CA-B411A475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module_registry.pyの静的importとCLASSESへ登録する。entrypoint文字列だけではロードされない。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1058E-906D-48A9-8EB6-ED3F5627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単独起動のchoices、CLIの入口、必要なプリセット対象なども確認する。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45A97-C413-4C24-B52D-B3E1AA2B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契約試験に加え、実際の入力・非同期完了・キャンセル・終了処理の試験を追加する。</a:t>
            </a:r>
          </a:p>
        </p:txBody>
      </p:sp>
    </p:spTree>
    <p:extLst>
      <p:ext uri="{BB962C8B-B14F-4D97-AF65-F5344CB8AC3E}">
        <p14:creationId xmlns:p14="http://schemas.microsoft.com/office/powerpoint/2010/main" val="14531656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71CE5-3D10-437E-9589-D87FD059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C4925-0871-4FD7-8791-9EAED5A6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6FA7D-B210-4C65-B5BE-220F6FC9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開発・保守モードの起動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59859-2685-4D97-822F-38C72722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DeveloperとMaintenanceは現行では同じWorkbench画面。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5FFC2-5FEB-4FAA-BDDA-D660E4BE3B5D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入口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developer_mode.bat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ソース版の開発画面を起動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maintenance_mode.bat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ソース版の保守入口。別の専用画面ではない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EXE --developer / --maintenance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配布EXEから起動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統合画面「開発・保守モード」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本体のServicesを渡してWorkbenchを開く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EXE --module hash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通常の単独機能ウィンドウ。Workbench内の単体試験とは別入口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98060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597BC-297B-4817-A75E-EA6202D5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A428D-0F98-4F6E-9626-4D435A3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1DCAD-E925-44BB-A851-D725DE3F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Workbench画面の配置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32C78-ACED-4D57-AAF0-64B787D2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左で対象と入力を指定し、右で機能とイベントを確認する。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FD055-93B9-4C96-A08B-8936C64E05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400997a324383"/>
          <a:stretch xmlns:a="http://schemas.openxmlformats.org/drawingml/2006/main"/>
        </p:blipFill>
        <p:spPr>
          <a:xfrm xmlns:a="http://schemas.openxmlformats.org/drawingml/2006/main">
            <a:off x="715879" y="1714500"/>
            <a:ext cx="7007392" cy="4591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9863F-7FC8-49D6-923F-F8061392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上：試験対象と宣言情報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E2627-8984-4B1A-93B2-9C591690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中：JSON入力とコマンド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45279-FE96-4A44-88CF-F5C00D61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右上：組み込んだ機能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A2EB3-5C17-4A48-8261-30241649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右下：診断・イベントログ</a:t>
            </a:r>
          </a:p>
        </p:txBody>
      </p:sp>
    </p:spTree>
    <p:extLst>
      <p:ext uri="{BB962C8B-B14F-4D97-AF65-F5344CB8AC3E}">
        <p14:creationId xmlns:p14="http://schemas.microsoft.com/office/powerpoint/2010/main" val="12208628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885C4-E553-4058-BD67-97109B20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59808-0881-4ACC-8A72-F433E5F3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32EC0-7214-4631-B455-10A3B28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組み込みと単体ウィンドウ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F05CD-CB53-4DCD-AD49-4C3C9BE1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独立する対象と、共有する対象を区別する。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8960E-D5FB-4598-AA5A-E709215A4E66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操作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実装と使い方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組み込み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選択したPortをModuleBoxで右領域へ追加。同じ対象の重複追加はしない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単体ウィンドウ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新しいServicesとPortを生成し、別窓で表示する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対象リスト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hash@1などの単体対象が追加され、その対象へ入力・コマンドを送れる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共有範囲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単体側Servicesは別インスタンスだが、Storeは元と同じ。設定・履歴は共有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入力の引継ぎ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選択対象のcurrent_contextからパスとoptionsを渡す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0854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2BC3E-A2FF-4AB1-8063-8609CBA7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2DC45-27D7-473C-8FA8-E13F5B58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34F0C-48DF-4404-A20D-F1923F38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JSONコンテキストの送信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303B5-2D93-4728-911B-54A0CCFA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既存のテストフォルダーを指定し、選択したI/Fへ送信する。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178DD-9508-4272-8596-8745E1FD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858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{"selected_paths": ["C:/FWTest"],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 "working_directory": "",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 "options": {},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 "source_module": "developer"}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9A279-FAE5-49CF-B40D-46F2C2F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HASH：送信後にscanを実行する。入力だけでは計算しない。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F254E-53D3-4654-842B-8B078356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比較：optionsを {"side":"left"} と {"side":"right"} にして左右を順に送信する。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58476-8C7C-4BA6-AFA3-6036974E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JSONの構文・型・パス存在・busy状態を確認する。例のパスは事前に用意する。</a:t>
            </a:r>
          </a:p>
        </p:txBody>
      </p:sp>
    </p:spTree>
    <p:extLst>
      <p:ext uri="{BB962C8B-B14F-4D97-AF65-F5344CB8AC3E}">
        <p14:creationId xmlns:p14="http://schemas.microsoft.com/office/powerpoint/2010/main" val="4884951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2D6C1-1149-42A7-A320-807B4220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4205F-273E-4F20-ACF6-2F44A80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32A88-DA47-4756-BAE0-5BC8F464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コマンド実行の手順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2A876-F00A-4C1B-BE1E-992AD3C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宣言された名前を選び、メソッドに合うpayloadを渡す。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9A3A2-25F4-40BF-920A-003A9854D7EF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対象とコマンド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payloadと確認内容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hash / scan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{}。scan.completedと件数・レコードを確認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compare / compare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左右を設定後に{}。compare.completedを確認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rename / refresh・preview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{}。計画更新とドライラン。実行前に対象と衝突を確認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rename / rename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{}。実ファイルを変更するため、専用テストデータを使用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{}。受付後も即座に停止するとは限らない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68630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534DC-4B10-4028-8129-A58EBC1E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98A8E-339C-4EB2-8DB5-737ED357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C2D3A-B346-41E2-B6B2-36C9F525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契約試験で確認すること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7F210-4A80-4113-A744-AD045BBD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コマンドをすべて実行する機能試験ではない。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6B0EE-8478-4200-BCCD-650475677122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チェック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意味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能力とコマンド一致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capabilitiesとcommandsの名前集合を比較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必須イベント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context.received / command.completed / module.error / file.changed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実装の存在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通常コマンドのメソッドが呼出可能か。@コマンドは接頭辞で判定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不正入力・未宣言コマンド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型不正と未宣言コマンドが拒否されるか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コンテキスト独立性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返却したselected_pathsを変更しても内部へ影響しないか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2240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7F269-2CFA-4FEB-A2BA-5E3F7335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97ED8-AE0A-4E07-9812-C202E978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0AB9E-E6E9-4FA9-B857-66FCEF5B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契約試験の結果表示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2DB80-7BE8-4844-8A5D-52989B1F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OK／NGの項目をログで確認し、不合格箇所を切り分ける。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0EBF5-D7D7-44A1-BBB5-754856BAD0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62582091744f5"/>
          <a:stretch xmlns:a="http://schemas.openxmlformats.org/drawingml/2006/main"/>
        </p:blipFill>
        <p:spPr>
          <a:xfrm xmlns:a="http://schemas.openxmlformats.org/drawingml/2006/main">
            <a:off x="715879" y="1714500"/>
            <a:ext cx="7007392" cy="4591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68738-4CF1-42FC-9CBF-A04E1185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NGなら宣言JSONと実装を照合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F86B9-6E7A-4ED6-9B01-B139E398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OKでも処理結果の正しさは別試験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D3D97-4E6F-4670-BC67-53DD2F19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画像は現行コードの検証用描画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36178-7AA8-4D5E-A959-06874ECD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実Windows手操作の記録ではない</a:t>
            </a:r>
          </a:p>
        </p:txBody>
      </p:sp>
    </p:spTree>
    <p:extLst>
      <p:ext uri="{BB962C8B-B14F-4D97-AF65-F5344CB8AC3E}">
        <p14:creationId xmlns:p14="http://schemas.microsoft.com/office/powerpoint/2010/main" val="133906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2F09B-6E47-4E40-A4ED-C2B646E0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AFD40-406A-42C8-84B2-76F50798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4D005-7881-4427-8D73-BCA28073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保守診断とログ保存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66B33-5B40-486B-8875-757BA3F3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環境と宣言・保存状態を記録して、不具合報告に添付する。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38C2E-2683-4BD5-84A8-18C81F5384B9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操作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収集内容・用途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保守診断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OS、Python、PySide6、設定先、履歴件数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未完了記録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statusが実行中の履歴。自動復旧を行う機能ではない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環境確認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ごみ箱対応OS判定、設定、宣言ファイルの存在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設定フォルダーを開く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state.jsonなどの保存場所を確認する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診断・イベントログを保存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画面のログ全文をUTF-8のテキストへ保存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9334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4FAA4-FDD6-4BE4-9EE3-B8126225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F343-877B-4C53-BA73-3C95048E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2BA00-E537-4765-82DB-C53FF50D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Workbench利用時の注意点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806AD-BC4D-47A1-BDE3-359EED83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実機能を呼ぶ試験画面であり、操作の模擬環境ではない。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09C41-5407-4DEE-B222-4900225B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コピー・移動・リネーム・ごみ箱などは、実際のファイルへ作用する。専用データと別の設定先を推奨する。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295B6-450A-4F1C-82E8-E5CC7271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Workbench内の単体窓ではsendRequestedを主にログへ記録する。通常の単独起動のような自動遷移とは異なる。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95E1C-ACE7-4C34-A94C-542C34F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previewRequestedの左右ペア信号は、Workbenchでの接続が未整備。通常アプリ／StandaloneWindowで別途確認する。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3F087-F6B0-47A8-B788-51BAC432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単体窓同士はServicesが別なのでbusyの抑止は横断しない。同じ実ファイルへの並行操作を避ける。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57724-72E2-445F-B159-ABF87F9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ModuleBoxの別窓ボタンは現在選択した試験対象を使う実装。操作前に対象リストを確認する。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6454781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93A6C-C3B9-4297-BF5F-E3868C2E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A05E9-C35A-49AF-8B5D-9F2662A1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4825E-F713-49DA-B6F5-4934710A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試験の使い分け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E73B4-5258-49FA-9A5D-7DC2511D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契約・機能・GUI・実OS・配布EXEを別々に確認する。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5322A-3E62-4FB5-B5E4-72811594E5A0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試験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主なファイル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基本機能・GUI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tests/test_app.py：操作、Undo、復元模擬、画面連携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拡張・実メディア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tests/test_extended.py：D&amp;D、シーク、動画・音声、実OS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3.2.1回帰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tests/test_regressions.py：ごみ箱情報、再試行、パス、状態保持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3.2.2回帰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tests/test_preview_upgrade.py：左右送信、倍率、背景、移植先単独表示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EXE・画面描画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scripts/smoke_exe.py / visual_check.py / visual_preview.py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48135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18A2C-D2E8-4D08-866B-42F50D60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69BAC-2046-4495-B5C7-43DC587E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C41B8-A8DC-4F60-9172-6CB02F03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ビルドと配布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2690C-DAAF-45DA-AF59-603A0FA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ビルド成功と、最終受入の合格は別に記録する。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6CF24-C9A4-441F-8612-FA31D722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build_release.batから依存導入、compileall、自動試験、PyInstaller、EXE起動試験、ZIP生成を実行する。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786A1-E83C-4680-A3F7-B04697D6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通常のビルドは実ごみ箱試験も含む。--skip-windows-recycle-testsは制約がある場合の明示的な例外。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58B91-D4FB-409B-B1A9-BD20497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ビルド用PATHを限定し、他ツールのDLLが混入しないようにしている。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21E96-FB0A-437B-9A9A-B13DC720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今回の自動検証はoffscreenとソフトウェアメディア処理。配布アプリの通常起動にはこの設定を強制しない。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A3C04-77E6-4138-9C85-34BC40F5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dist / release / build.log、SHA256、ソースコミットを一組として保存する。</a:t>
            </a:r>
          </a:p>
        </p:txBody>
      </p:sp>
    </p:spTree>
    <p:extLst>
      <p:ext uri="{BB962C8B-B14F-4D97-AF65-F5344CB8AC3E}">
        <p14:creationId xmlns:p14="http://schemas.microsoft.com/office/powerpoint/2010/main" val="5057956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879AA-3F3D-4F9C-9C0C-3FB6C9AE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277EE-5C69-4465-9C7C-B437D862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79755-5559-4228-8511-D28FE5E5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3.2.2 RCの検証状態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67BB8-EB8B-444A-8060-73DD2579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完全な実機受入合格版という扱いにはしない。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23BE6-83C1-4A40-87A9-B4DF73D42B42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状態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自動試験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78件中76件成功、実ごみ箱2件スキップ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EXE起動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統合＋８機能＋開発＋保守の11通り成功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描画・画像操作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100／150％、大小・縦横・透過、選択側・倍率・移動を確認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残る確認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実ごみ箱移動・復元、実デスクトップ手操作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メディアの制約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通常経路で解放処理の停止を観測。ソフトウェア処理では試験成功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7079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2B01-5167-4868-8DDA-4DFAD53A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E10C3-EF5B-424E-A88D-2F45BDF5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E4DC8-469E-4463-9ABC-B50F6600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AIへ渡す改修パッケージ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32651-D562-4817-8971-FFC5996B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機能本体だけでなく、約束と試験をセットにする。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83A6F-064F-4818-9819-231F8C14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対象機能のソース、interface.py、宣言JSON、必要な共通部品。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AB5EC-5100-44FD-8CF6-BA53FB16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この仕様書、対象コミット、再現手順、期待する動作、変更しない動作。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0854E-D2CD-4533-B25B-32CAE879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対象の単独起動コマンド、テスト用ファイル、関連する回帰試験。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9A409-C49C-49C5-8FA5-140820A7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変更を許すファイルと、共通I/Fを変更してよいかどうか。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F5CD7-40BF-43DD-B06F-9EE39187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完了条件：コード・試験・ビルド成果物・仕様書更新・未検証項目の報告。</a:t>
            </a:r>
          </a:p>
        </p:txBody>
      </p:sp>
    </p:spTree>
    <p:extLst>
      <p:ext uri="{BB962C8B-B14F-4D97-AF65-F5344CB8AC3E}">
        <p14:creationId xmlns:p14="http://schemas.microsoft.com/office/powerpoint/2010/main" val="2670084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6DFEE-1204-4BFD-8D8E-D49740F5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5D4F0-FA91-4A26-B7E0-25E395BB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90F46-DDB4-49F3-926D-54A1A77E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AIへの改修依頼テンプレート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B80A9-54C4-442A-81CD-268A8922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対象と完了条件を具体化し、仕様の推測を減らす。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15271-D5AA-4959-AF40-0B9222D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858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対象版：3.2.2 RC / commit bc7e3dc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対象機能：［機能ID］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再現手順：［入力 → 操作 → 現在の結果］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期待する動作：［具体的な結果］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変更範囲：［ファイル一覧］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維持する契約：［入力・コマンド・イベント・共通サービス］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確認：単独試験＋本体との連携＋関連回帰試験</a:t>
            </a:r>
          </a:p>
          <a:p xmlns:a="http://schemas.openxmlformats.org/drawingml/2006/main">
            <a:pPr>
              <a:def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納品：変更理由、試験結果、成果物、未検証、更新した仕様書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F3182-0D4E-45E7-9897-DA723F36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推奨運用：I/F変更が必要なら、実装前に影響する受け手と移行方法を示す。</a:t>
            </a:r>
          </a:p>
        </p:txBody>
      </p:sp>
    </p:spTree>
    <p:extLst>
      <p:ext uri="{BB962C8B-B14F-4D97-AF65-F5344CB8AC3E}">
        <p14:creationId xmlns:p14="http://schemas.microsoft.com/office/powerpoint/2010/main" val="13377852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EB8A9-8B9C-4C95-BAEC-3CC283AF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715DE-E610-4B9D-8105-8AC2C881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08ABC-CD38-4D2E-9A57-459E70DB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改修後の整合性確認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FA7E6-D6C1-4C72-9E10-2D84663A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コード、宣言、試験、資料を同じ版へ揃える。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12ABE-E04A-49D5-9C0D-488FF93A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コマンド追加時は、JSON・実装メソッド・capabilities・試験を同時に更新する。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B8D41-45FC-4087-A71C-C96912A5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イベントの追加／変更時は、宣言と購読側を確認する。業務完了イベントの意味を変えない。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1DB3B-7372-4F18-9A3F-D49DA89B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保存形式の変更時は、既存state.json／ui.ini／プリセットの互換性を確認する。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41758-9B64-416E-BED1-D6EDA2A7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起動モードの違い、本体へ組み込んだ場合、共有対象、左右ペアを横断して確認する。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1F07E-47AF-4513-91E0-1A595C4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推奨：ファイル別説明と依存一覧を更新し、ソースコミットと確認条件を資料へ記録する。</a:t>
            </a:r>
          </a:p>
        </p:txBody>
      </p:sp>
    </p:spTree>
    <p:extLst>
      <p:ext uri="{BB962C8B-B14F-4D97-AF65-F5344CB8AC3E}">
        <p14:creationId xmlns:p14="http://schemas.microsoft.com/office/powerpoint/2010/main" val="3506495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81486-7F76-4281-9CE9-781AED97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62332-C6A7-4783-A48A-B4DA810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FD03A-EF80-442C-8B57-5AFEADA6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ACABD-CB29-4A6C-8051-946EBC45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46BE-5FE0-46AC-AFF9-459BD77B8E7D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__init__.py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APP_NAMEとVERSIONの定義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依存：アプリ・宣言・配布名の版を揃える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__main__.py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python -m fileworkbench の入口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依存：app.main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app.py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統合画面、共有／個別対象、左右送信、起動引数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依存：Services / registry / ModuleBox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0155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D59AE-A5E9-410D-B9F6-ECEA37DC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A5683-A948-402F-A240-0538D5FB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E6FE1-B34F-4B16-82F1-4338843D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2D292-1FE6-4F70-B9BA-8984E79D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9C604-E732-4AAD-846D-534A1C227F85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core/changes.py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成功した操作に基づくパス更新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依存：結果dict / Path.exists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core/common.py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リソースパス、アイコン、既定アプリ起動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依存：sys._MEIPASS / Qt / 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core/files.py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走査、SHA256、指紋、排他的コピー・移動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依存：Path / os / Cancelled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65474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3A452-F113-4C54-B54C-6E3BC5D9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4B30B-B1F2-4492-A693-C51E7F63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83A1C-1B9E-4E3B-834B-0F939D3B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49E27-6FBE-4E90-AE4D-2B3D39D0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26F62-0432-433F-99E1-6B61BFCD8BE9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core/operations.py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コピー・移動・リネーム・Undo・復元計画と記録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依存：Store / files / WindowsRecycle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core/recycle.py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ごみ箱移動・実体照合・復元を統括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依存：recycle_index / recycle_operation / windows_shell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core/recycle_index.py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現在ユーザーのごみ箱情報を読取専用列挙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依存：Windows SID / $I・$R / ThreadPoolExecutor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6941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70055-E5BC-4C9A-9279-1EB2CFE3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E27CA-6799-4261-BC5F-0AD3918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2DFE6-61D0-4DF1-8F24-BA50DB43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D0F0A-9799-427B-B87E-C8DD09B6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809B4-1730-48D5-844F-CA590471079F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core/recycle_operation.py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IFileOperation移動と永久削除の拒否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依存：pythoncom / win32com / progress sink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core/safety.py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Windows名の検証。旧式履歴ヘルパーも残る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依存：現行renameはvalidate_nameを使用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core/services.py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共通操作、実行中判定、結果・画面送信の信号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依存：Operations / Store / GUIダイアログ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7962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F9B6A-A199-496C-A4BB-C25D880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13732-D91A-48F5-B55B-60380D86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8200C-7CFF-46A1-87D2-303A1E42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16988-F3C0-4008-AA3D-8FBF0B7C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EC268-7A00-46A3-980B-B9B96351E1BB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core/storage.py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設定・プリセット・履歴のJSON保存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依存：RLock / os.replace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core/tree_export.py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ツリーのテキスト・CSV・HTML・XLSX出力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依存：openpyxl / パス情報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core/windows_shell.py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Windows Shellの項目取得・復元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依存：ctypes / COM / Shell名前空間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0658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B7FDE-514B-4C57-9153-A5E30B9D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A473D-2EBA-4496-9224-2BBA3ADF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CB527-3564-4964-95C4-5B5FEF8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E6CDA-F48F-4297-B9A9-0E55D07F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B3863-6888-4924-B849-4CEE51D4F8F4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developer/workbench.py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I/F試験画面、単体窓、契約検査、保守診断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依存：registry / ModuleBox / Store共有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interfaces/adapter.py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入力検証、実行振分け、イベント検証、終了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依存：契約型 / Services / Widget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interfaces/contracts.py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Descriptor・Context・Event・Portの契約型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依存：dataclasses / typing / QWidget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5813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00B04-EA4A-4A2C-BEEF-43B5F350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34C9F-D433-4663-8401-1D0DAE29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84EC8-D3B6-4470-81D2-C3799285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3E411-426D-439B-A6DE-FC27E57B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BF6E5-2E99-4BF8-8534-1E7C1820A64A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interfaces/event_bus.py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名前別と全イベントの同期購読・配信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依存：ModuleEvent。解除APIは現行なし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interfaces/module_box.py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機能Widgetを見出し・スクロール領域で包む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依存：Port.create_widget / Qt信号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module_registry.py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宣言の読込・一致検証と８機能のPort生成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依存：config/modules / 各Widgetクラス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3987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25EFC-F5B8-45B1-9437-C4222591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85465-F5F7-421E-B7D8-91B5DEDB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5F6F7-821C-488C-BD24-A870C8B0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1BCC6-EAE0-4355-82A4-13F94123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4C9F0-A5BA-4041-B950-F2B3F7A83B31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modules/compare/interface.py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CompareInterface：機能固有のAdapter生成入口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依存：registry.declaration / 対象Widget / Services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modules/compare/module.py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左右の収集・比較、切替・入替、比較ペア送信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依存：collect / digest / DropLabel / FileTable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modules/hash/interface.py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HashInterface：機能固有のAdapter生成入口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依存：registry.declaration / 対象Widget / Services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9099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6D4EE-34EA-4DF1-B3F6-BE56A9DD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95594-C6AD-4FD9-9A2F-331FEDE1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D140B-7DA0-4227-AE49-A6E2E86F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B2A31-5E74-4361-882B-CC85455D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27478-38D4-46B6-8EB9-A1258B991E72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modules/hash/module.py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SHA256走査、重複絞込、途中表示、CSV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依存：collect / digest / FileTable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modules/preview/image_view.py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画像倍率・パン・背景・回転を画面だけに適用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依存：QGraphicsView / QPixmap / QTransform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modules/preview/interface.py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PreviewInterface：機能固有のAdapter生成入口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依存：registry.declaration / 対象Widget / Services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39319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1F900-D0ED-412D-84A4-AD80634E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CA9A5-943D-4AD6-A929-A2C0DB96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C6758-8227-4185-9DCE-366DF664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D88A6-6136-4E43-BC84-3BD3E907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6F598-A446-4136-BAAA-BAD0AF1F081F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modules/preview/module.py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単独／左右プレビュー、文書・メディア、情報欄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依存：ImageView / Qt Multimedia / Qt PDF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modules/rename/interface.py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RenameInterface：機能固有のAdapter生成入口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依存：registry.declaration / 対象Widget / Services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modules/rename/module.py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ライト・詳細条件、計画、実行、再試行、Undo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依存：validate_name / Operations / FileTable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7652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3DEA8-1FE2-4378-ABCA-8A557452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06447-502E-487C-A619-000C86B7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8ECE6-2FF1-4B01-88B5-86C40395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D6E3D-BF26-4D4E-BD31-B0662970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929DF-317D-487A-84E5-625CF6C9A0DB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modules/tree/interface.py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TreeInterface：機能固有のAdapter生成入口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依存：registry.declaration / 対象Widget / Services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modules/tree/module.py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構成ツリー、選択、検索・フィルター、出力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依存：collect / tree_export / FileTree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ui/common.py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共通表、D&amp;D、Job、進捗、操作メニュー、表示状態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依存：Services / QThread / QSettings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8698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D4DFE-5D11-418D-BE15-0E6042AD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22A1A-E265-4F11-BE4A-2E73A049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29A40-2FC1-40CB-AC15-D1012B47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ファイル別仕様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D70C9-5D7F-4355-B81D-0A6B4C0D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パスはソースルート基準。詳細な入口・行番号は各ページのノートに記載。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9E6B3-8FC8-4210-A55D-94FFA0BF5EE3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責務と主な依存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ui/history.py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HistoryModuleとRecycleModuleの２画面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依存：Operations / FileTable / 非同期ジョブ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ui/presets.py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条件の取込・保存・適用・CSV・共通設定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依存：Store / target_ports（受け手が設定）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ui/standalone.py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指定機能１つを表示し、他機能への送信窓を管理</a:t>
                      </a:r>
                    </a:p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依存：registry / Services / previewRequested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19057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E5FDC-07C1-4797-BC82-B963A166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B47A0-8D55-40D1-A00C-AF1AC718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B5AB9-435B-4369-AE81-98A1B3C8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パッケージ初期化ファイル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F5149-5265-4321-A9FA-ED1CA8EA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__init__.pyの存在も、パッケージとしての再利用に必要。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CD613-4092-4C51-95D4-A8AEADA6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interfaces/__init__.pyは契約型・Adapter・ModuleBox・EventBusの公開入口。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ECCB0-2C94-4891-8CA0-F4CEDA79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core、developer、modules、および各機能ディレクトリの__init__.pyはパッケージ境界。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0F5A7-DD2B-4ABB-BFC4-6CB0419C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機能の実処理を初期化ファイルへ混在させず、既存の公開import名を維持する。</a:t>
            </a:r>
          </a:p>
        </p:txBody>
      </p:sp>
    </p:spTree>
    <p:extLst>
      <p:ext uri="{BB962C8B-B14F-4D97-AF65-F5344CB8AC3E}">
        <p14:creationId xmlns:p14="http://schemas.microsoft.com/office/powerpoint/2010/main" val="205175884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9830A-E1DC-47E5-8D7C-693F1680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57CAB-0083-4000-86A9-1330F4BB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F789A-BA0D-4E67-8DBC-3B392311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起動・配布・試験ファイル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CA50D-BD0D-40F4-A307-1900B2B9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開発用ツールと配布物の責務。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CACE6-F97A-49F6-9413-7E1229508605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app_main.py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ソースとPyInstallerの入口。srcを検索パスへ追加しapp.mainを実行。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start_app.bat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仮想環境の準備・依存導入・指定モジュール起動。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run_module.bat / scripts/run_module.py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機能IDを--moduleへ変換して単独起動。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developer_mode.bat / maintenance_mode.bat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開発／保守の起動引数をstart_appへ渡す。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45273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52248-76FC-4C53-A945-D089A6EC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7DA1B-97E4-40B8-AE08-550047B0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7355B-2A59-4416-AD40-1FDB0129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起動・配布・試験ファイル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1475D-D7FA-48CF-A89B-37492103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開発用ツールと配布物の責務。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D1D34-30BA-4E51-B114-F8288AA88B68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build_release.bat / scripts/build_release.bat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Windowsビルド処理を呼び、終了コードを返す。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scripts/build_windows.py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環境整備、試験、EXE生成、起動確認、ZIP生成を統括。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run_tests.bat / scripts/run_tests.bat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unittest discoverを実行。run_suiteの時間制限とは別入口。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scripts/run_suite.py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標準の全試験、明示スキップ、120秒の停止診断。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78682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A107F-FD89-4FA4-ABF6-D9FB276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D0227-2EDB-48BD-BEC3-FC5A700F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9C642-7B0C-43EB-845D-1737F656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起動・配布・試験ファイル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82834-4500-4331-8E9C-98C72ECD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開発用ツールと配布物の責務。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152D0-9767-4811-AF3E-F014A31D0D6B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scripts/smoke_exe.py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統合・８単独・開発・保守を起動しJSONマーカーを確認。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scripts/package_release.py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EXE、資料、ライセンス、SHA256をZIPへ格納。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scripts/visual_check.py / scripts/visual_preview.py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検証データとoffscreenによる画面描画。実機受入とは別。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requirements.txt / requirements-build-lock.txt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許容依存範囲／作成時の具体的な依存バージョン。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19966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B7816-42B1-4E85-BB5D-32F281B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4E453-B0F1-4C9B-89A5-D3BA0633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B8207-7F93-4A5E-A254-A3FE23F9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起動・配布・試験ファイル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59DEF-EF71-41CF-8835-06ED8556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開発用ツールと配布物の責務。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AD0E8-9524-4EF3-8CF4-00473BD7DC7E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tests/test_app.py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基本操作、模擬ごみ箱、統合GUI、エクスポート等の試験。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tests/test_extended.py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拡張操作、D&amp;D、実メディア、Windows固有処理。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tests/test_regressions.py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3.2.1の不具合修正に対する回帰試験。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tests/test_preview_upgrade.py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3.2.2の画像プレビュー・左右連携の回帰試験。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97726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BEEFD-8E38-4C58-A5B4-927E4909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C0565-813F-4F4B-8FA5-FC355451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D4CA9-8E06-467B-9764-B2884B7C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起動・配布・試験ファイル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98829-093E-4342-A913-3D94771D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開発用ツールと配布物の責務。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DEEDE-8EEA-4AED-A84B-FC269F58D2F2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889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ファイル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tests/fixtures/seek_video.mp4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再生時間とシークを確認する短い動画。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assets/* / docs/*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アイコン・説明PDFなどの配布リソースと履歴資料。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6303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4574F-D86A-4981-B82D-D2C1C129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C8B95-3F11-43CF-9CAB-88D1B90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BE9A9-127B-4778-BD77-0753EC1E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宣言リファレンス：tree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23473-6365-493F-9653-FEE1964B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構成ツリー — config/modules/tree.json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F09E2-0F0B-438D-AC04-B565C60CDC20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実装メソッド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export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export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clear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clear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37966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E0E09-597C-4BA4-8402-A3376317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3363E-FB01-4369-98C1-89EB00A8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023EA-D2FC-4987-8C12-69FE0E6B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宣言リファレンス：rename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68610-31D0-4C81-8B92-C8E9A811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一括リネーム — config/modules/rename.json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18997-B56E-46E5-ACF7-508B5E6116F4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62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5786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実装メソッド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dry_run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execute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undo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undo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clear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clear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retry_failed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retry_failed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05189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D3995-A39C-494B-85C6-0F587412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6B2C1-8FC8-493C-BF34-8811EE01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7089A-3674-488D-AC2C-E6AA05EC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宣言リファレンス：hash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A0D47-271D-4FAC-ADAE-A5864C43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HASH・重複 — config/modules/hash.json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3935D-9996-47C9-8FF3-EE0FE6A03E3E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実装メソッド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render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clear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clear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99875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8A9A6-8265-43E0-8A3E-2C1063B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FFB04-5986-4405-8073-F9BACA6A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82369-9413-46C5-9DE9-5B5F830A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宣言リファレンス：compare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A201F-FA17-499B-8AF7-160FE0EA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左右比較 — config/modules/compare.json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B2424-2651-4F17-BA1E-068760AF10DC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実装メソッド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compare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compare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swap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swap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clear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clear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render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25552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49BF6-C2D0-41C7-89EF-306FC2EF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16707-6B80-4C68-9597-7832A709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A2CC7-F6C3-4945-84BD-F6B9AF5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宣言リファレンス：preview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7C25B-1045-42E5-AB5C-5AF4D517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プレビュー — config/modules/preview.json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B6171-54CE-450E-B627-71EF1A7F80E0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実装メソッド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show_file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next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next_file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previous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previous_file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98460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BDF00-8111-4C1F-83A6-7FDF3206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B8C19-8008-4376-AAD2-A4D7E62C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552E8-F77B-483B-95D3-DFACFDF5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宣言リファレンス：history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8B3B7-0C33-47C9-BB00-98F5656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履歴・Undo — config/modules/history.json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9EB99-A0AE-41BA-9EF7-0B2EF21CFEAA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実装メソッド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undo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undo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export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export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52061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8A1F0-FDC5-4961-A74A-AE5A897F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5B680-5AD0-479C-92B1-47A7C8B9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B557F-E31B-41A9-8365-18551CEB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宣言リファレンス：recycle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22B6C-071D-4391-914E-41142DE3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ごみ箱・復元 — config/modules/recycle.json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0A047-BAE1-4C79-A92D-91D48C353187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実装メソッド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restore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restore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04237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A2BF8-9EE3-48F3-B2A7-F0BA9026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24E51-20D7-4F78-9EE4-00C3B601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46CE1-350F-4D40-80A4-262827D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宣言リファレンス：presets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0148B-436F-43BA-B8EC-5CCAEAEC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プリセット — config/modules/presets.json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83ACF-5503-4352-BEE9-6B41C6E7BEF8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実装メソッド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refresh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save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save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apply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apply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cancel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8256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AE401-0417-4916-A47C-F2B646B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B5B0D-6FAF-4B6D-9F62-A7757448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E35F6-690D-47FD-A43A-D800C112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共通操作コマンド一覧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495CE-FFAF-4358-B457-198A4760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@付きの宣言はServices.actionで処理する。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19660-1D89-4912-8302-8E93A7736551}"/>
              </a:ext>
            </a:extLst>
          </p:cNvPr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2199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公開コマンド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サービス操作</a:t>
                      </a:r>
                    </a:p>
                  </a:txBody>
                  <a:tcPr marL="91440" marR="91440" marT="45720" marB="45720">
                    <a:solidFill>
                      <a:srgbClr val="18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open / reveal / copy_path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@open / @reveal / @path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preview_file / rename_file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@preview / @rename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copy / move / duplicate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@copy / @move / @duplicate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trash / hash_copy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6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@trash / @hash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94694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35D4E-7F88-46D4-AF6E-35FBBB51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FileWorkbench Next 3.2.2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FDF80-AADE-40D8-8216-6B629F6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A91BE-F413-49F5-982A-3A51DAB8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資料とソースの追跡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20DAC-005F-4D36-9EC6-EF1C365D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526779"/>
                </a:solidFill>
                <a:latin typeface="Yu Gothic UI"/>
                <a:ea typeface="Yu Gothic UI"/>
                <a:cs typeface="Yu Gothic UI"/>
              </a:rPr>
              <a:t>説明の対象版を固定し、現行実装と推奨事項を区別する。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B21B0-04C3-4080-835C-363AF9A4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基準：FileWorkbench Next 3.2.2 RC、commit bc7e3dc。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A4A57-B20F-425E-9F7B-3EF62466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各ページのノートに、参照ファイル・関数名・ソース行番号を記載。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CFDD6-F67A-41EF-A9CA-6A28B9B6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現行実装の制限は、I/Fの完全独立性・Workbenchの信号接続・実OS試験の各ページに明記。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48E4F-C737-44FC-9138-419EE76A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624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0">
                <a:solidFill>
                  <a:srgbClr val="152C46"/>
                </a:solidFill>
                <a:latin typeface="Yu Gothic UI"/>
                <a:ea typeface="Yu Gothic UI"/>
                <a:cs typeface="Yu Gothic UI"/>
              </a:rPr>
              <a:t>将来の改修ではソース、宣言JSON、試験、資料を同じコミットに揃える運用を推奨。</a:t>
            </a:r>
          </a:p>
        </p:txBody>
      </p:sp>
    </p:spTree>
    <p:extLst>
      <p:ext uri="{BB962C8B-B14F-4D97-AF65-F5344CB8AC3E}">
        <p14:creationId xmlns:p14="http://schemas.microsoft.com/office/powerpoint/2010/main" val="1134990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2026-10-08T05:25:19.3000000Z</dcterms:created>
  <dcterms:modified xsi:type="dcterms:W3CDTF">2026-10-08T05:25:19.3000000Z</dcterms:modified>
</coreProperties>
</file>